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>
        <p:scale>
          <a:sx n="66" d="100"/>
          <a:sy n="66" d="100"/>
        </p:scale>
        <p:origin x="1579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54BCB-6FB6-C21A-5481-6FB3B8DF9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C9DFB2-DFC6-D72C-E149-FFAED5780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7322CA-BBBC-2180-4B36-02AB74B4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DA93B0-254E-E47E-1BBC-4274A164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7114DB-AFB0-DC47-9597-0851B87C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12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E772-B40E-305A-6C66-147D29CB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0159C0-C991-C43F-9801-E8AFBA477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86C4BF-A6DE-DBB2-1BE3-FC7FF9F3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0745FF-CC7E-ED44-8A65-E4E9FB6C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F72A2F-99C3-9956-CC35-72553B95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082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79044-45CE-93EC-3B86-296777FA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5C87E-1C1E-6B65-A60D-3C41D826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75EEAE-A607-10A7-A18F-D95D9D0F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CEEE9E-D191-33C5-8AD7-51A819A3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212009-7E62-E630-F9B8-BF1F6D6D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62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6238C-E902-E79A-BAD7-9E02296F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8E4CB2-3227-6B85-7857-203864090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DE3F2D-90EB-33B0-03F5-E20BCF216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5E1E41-65E3-CA7F-E4B0-9E706FF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A957B1-38CF-B05A-5B49-EE82A99B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51B178-CAE2-EBCE-9007-F164A0B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37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E19E7-CC51-F349-0B8C-526A7FF5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448CA7-EFC9-42C2-B413-3BEE8624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CD4843-A3ED-4516-4700-F143821B6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EE0C52-5772-B881-314A-13958BB84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C8AFA0-5B28-DC96-E572-07BEFC030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0E82BA5-E74D-1E0C-4059-0FA9DCC0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9F8277-124E-8023-8746-CDB3ED4FF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C58202-5C15-2988-4A62-4BBBCD98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77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AD3C4-27C5-480B-5D4E-029BE11C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8EBECC-D566-1372-93A4-BA3EBC21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B5AC8D-5013-98D9-6549-1DCD05BE2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F80C9C-C108-E8A0-2194-70E67DD5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754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D341A3-3DDE-87A6-AFAB-2C4AE6C22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42E728-D831-9D4C-C8DD-C5E5AD22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C0EE49-A10A-08DE-7C89-FB69FD8BC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375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EFF88-51A3-83F7-B8FC-3F7FA68C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365428-954E-1F33-E586-83D7A312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282F73-2C3B-1013-A704-FCC8CC656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698D76-160C-5579-450A-F9E9D18C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82AA70-BE5D-038B-0AB6-9E246D214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9F4FD4-D954-AA6E-E369-63FD3DE6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67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1FD0B-2A7B-0442-5F69-BDA8CAAC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452E73-4D41-6F1D-9C20-DCE8755D2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3FCB6C-ACAD-F98D-1CF0-C37DB506A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29AF64-AE6B-192B-5AED-5E5A7168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6D2F0C-35E5-D7C4-AC2B-28EF0A96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ADB9DB-82A6-EECA-E413-CCB211F9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78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EF689-7066-5426-950E-72B69E8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D0E670-618B-3FE2-96D2-408AB7497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B0DD37-45E3-BE1C-7668-22542B10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7042CA-659D-2AF8-AF94-7E7D2024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D7E56-A546-E430-1C60-8C53621E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80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DF79D3-2081-4378-AB2E-A2E5FE0FC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73A920-4042-6DD8-598F-C4A8E19C0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576FF1-4199-43F6-5653-1B22BD6D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0E3787-17DC-AAD4-E859-5C505F69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C5EE9A-FA34-4B4C-61F7-251F7F90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483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BF13E5E-19EF-F5F0-6241-CDF70CDE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4350FD-A237-8CFD-35FF-B2AA37ADE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F6CBAC-1DAE-0EE7-97A5-199D6C670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B3E03-FF7D-4376-A6A5-0B8ECD2D5368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A9FEA0-A6E2-D8F9-7014-8F350E270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AD674-BE28-D91A-D052-4E287ED0F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A22DE-0B67-4AB3-88CE-2C18609C57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27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DFC6EE4-1840-F0B8-00FB-D34E11E920B8}"/>
              </a:ext>
            </a:extLst>
          </p:cNvPr>
          <p:cNvSpPr/>
          <p:nvPr/>
        </p:nvSpPr>
        <p:spPr>
          <a:xfrm>
            <a:off x="545690" y="145851"/>
            <a:ext cx="11100620" cy="182879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/>
              <a:t>Presentation Layer</a:t>
            </a:r>
            <a:endParaRPr lang="es-E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914DEFF-D720-4509-938F-1D5DCCDD31A5}"/>
              </a:ext>
            </a:extLst>
          </p:cNvPr>
          <p:cNvGrpSpPr/>
          <p:nvPr/>
        </p:nvGrpSpPr>
        <p:grpSpPr>
          <a:xfrm>
            <a:off x="1226959" y="590758"/>
            <a:ext cx="9738082" cy="1091382"/>
            <a:chOff x="1598049" y="2883308"/>
            <a:chExt cx="9738082" cy="1091382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BCFE3E2C-A827-A46A-B751-71B9F42F4B5D}"/>
                </a:ext>
              </a:extLst>
            </p:cNvPr>
            <p:cNvSpPr/>
            <p:nvPr/>
          </p:nvSpPr>
          <p:spPr>
            <a:xfrm>
              <a:off x="1598049" y="2883308"/>
              <a:ext cx="2877317" cy="10913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Controllers</a:t>
              </a:r>
              <a:endParaRPr lang="es-ES" dirty="0"/>
            </a:p>
            <a:p>
              <a:pPr algn="ctr"/>
              <a:r>
                <a:rPr lang="es-ES" dirty="0"/>
                <a:t>(HTTP/MVC)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93A3DD9-E41B-24B9-2412-895AB4955E8B}"/>
                </a:ext>
              </a:extLst>
            </p:cNvPr>
            <p:cNvSpPr/>
            <p:nvPr/>
          </p:nvSpPr>
          <p:spPr>
            <a:xfrm>
              <a:off x="5028431" y="2883309"/>
              <a:ext cx="2877317" cy="10913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Templates</a:t>
              </a:r>
              <a:endParaRPr lang="es-ES" dirty="0"/>
            </a:p>
            <a:p>
              <a:pPr algn="ctr"/>
              <a:r>
                <a:rPr lang="es-ES" dirty="0"/>
                <a:t>(</a:t>
              </a:r>
              <a:r>
                <a:rPr lang="es-ES" dirty="0" err="1"/>
                <a:t>Thymeleaf</a:t>
              </a:r>
              <a:r>
                <a:rPr lang="es-ES" dirty="0"/>
                <a:t>)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95A119C-9FA3-5D4E-306A-C6F5CE9AFD19}"/>
                </a:ext>
              </a:extLst>
            </p:cNvPr>
            <p:cNvSpPr/>
            <p:nvPr/>
          </p:nvSpPr>
          <p:spPr>
            <a:xfrm>
              <a:off x="8458814" y="2883309"/>
              <a:ext cx="2877317" cy="10913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Static</a:t>
              </a:r>
              <a:r>
                <a:rPr lang="es-ES" dirty="0"/>
                <a:t> </a:t>
              </a:r>
              <a:r>
                <a:rPr lang="es-ES" dirty="0" err="1"/>
                <a:t>Assets</a:t>
              </a:r>
              <a:endParaRPr lang="es-ES" dirty="0"/>
            </a:p>
          </p:txBody>
        </p:sp>
        <p:sp>
          <p:nvSpPr>
            <p:cNvPr id="13" name="Flecha: a la derecha 12">
              <a:extLst>
                <a:ext uri="{FF2B5EF4-FFF2-40B4-BE49-F238E27FC236}">
                  <a16:creationId xmlns:a16="http://schemas.microsoft.com/office/drawing/2014/main" id="{92ABFF93-0C5B-77B5-95BC-DB7C3B99A0ED}"/>
                </a:ext>
              </a:extLst>
            </p:cNvPr>
            <p:cNvSpPr/>
            <p:nvPr/>
          </p:nvSpPr>
          <p:spPr>
            <a:xfrm>
              <a:off x="4597501" y="3173359"/>
              <a:ext cx="344129" cy="51127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Flecha: a la derecha 13">
              <a:extLst>
                <a:ext uri="{FF2B5EF4-FFF2-40B4-BE49-F238E27FC236}">
                  <a16:creationId xmlns:a16="http://schemas.microsoft.com/office/drawing/2014/main" id="{787A7C5F-DF91-585C-1249-739201E364DC}"/>
                </a:ext>
              </a:extLst>
            </p:cNvPr>
            <p:cNvSpPr/>
            <p:nvPr/>
          </p:nvSpPr>
          <p:spPr>
            <a:xfrm rot="10800000">
              <a:off x="7992549" y="3173359"/>
              <a:ext cx="344129" cy="51127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B48B344-8132-CC9B-13C1-84E000791716}"/>
              </a:ext>
            </a:extLst>
          </p:cNvPr>
          <p:cNvSpPr/>
          <p:nvPr/>
        </p:nvSpPr>
        <p:spPr>
          <a:xfrm>
            <a:off x="545690" y="2514600"/>
            <a:ext cx="11100620" cy="18287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/>
              <a:t>Security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EE5CA19-132F-F594-171F-12C128D56FD5}"/>
              </a:ext>
            </a:extLst>
          </p:cNvPr>
          <p:cNvSpPr/>
          <p:nvPr/>
        </p:nvSpPr>
        <p:spPr>
          <a:xfrm>
            <a:off x="1001291" y="2956891"/>
            <a:ext cx="3225120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CustomOidcUserService</a:t>
            </a:r>
            <a:endParaRPr lang="es-ES" dirty="0"/>
          </a:p>
          <a:p>
            <a:pPr algn="ctr"/>
            <a:r>
              <a:rPr lang="es-ES" dirty="0"/>
              <a:t>(First time email </a:t>
            </a:r>
            <a:r>
              <a:rPr lang="es-ES" dirty="0" err="1"/>
              <a:t>validation</a:t>
            </a:r>
            <a:r>
              <a:rPr lang="es-ES" dirty="0"/>
              <a:t>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A0C758-9C7F-16E2-A3A4-BF9D8507142E}"/>
              </a:ext>
            </a:extLst>
          </p:cNvPr>
          <p:cNvSpPr/>
          <p:nvPr/>
        </p:nvSpPr>
        <p:spPr>
          <a:xfrm>
            <a:off x="4483437" y="2956891"/>
            <a:ext cx="3225120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CustomOAuth2UserService</a:t>
            </a:r>
          </a:p>
          <a:p>
            <a:pPr algn="ctr"/>
            <a:r>
              <a:rPr lang="es-ES" dirty="0"/>
              <a:t>(Login </a:t>
            </a:r>
            <a:r>
              <a:rPr lang="es-ES" dirty="0" err="1"/>
              <a:t>validation</a:t>
            </a:r>
            <a:r>
              <a:rPr lang="es-ES" dirty="0"/>
              <a:t>)</a:t>
            </a:r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75D16805-EC8B-F20D-E8CB-C15448489FFA}"/>
              </a:ext>
            </a:extLst>
          </p:cNvPr>
          <p:cNvSpPr/>
          <p:nvPr/>
        </p:nvSpPr>
        <p:spPr>
          <a:xfrm rot="5400000">
            <a:off x="5923934" y="1989238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BC56FFF-F30B-E9BE-6CAF-C57CF486B91B}"/>
              </a:ext>
            </a:extLst>
          </p:cNvPr>
          <p:cNvSpPr/>
          <p:nvPr/>
        </p:nvSpPr>
        <p:spPr>
          <a:xfrm>
            <a:off x="545690" y="4883350"/>
            <a:ext cx="11100620" cy="18287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/>
              <a:t>Business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37DB251-4B34-753A-FFCC-E866862EE409}"/>
              </a:ext>
            </a:extLst>
          </p:cNvPr>
          <p:cNvSpPr/>
          <p:nvPr/>
        </p:nvSpPr>
        <p:spPr>
          <a:xfrm>
            <a:off x="857096" y="5328257"/>
            <a:ext cx="2500701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EmailService</a:t>
            </a:r>
            <a:endParaRPr lang="es-ES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95B4892-6F4E-28D1-22E7-9D2842D1AE52}"/>
              </a:ext>
            </a:extLst>
          </p:cNvPr>
          <p:cNvSpPr/>
          <p:nvPr/>
        </p:nvSpPr>
        <p:spPr>
          <a:xfrm>
            <a:off x="3520346" y="5326198"/>
            <a:ext cx="2500701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TrendingService</a:t>
            </a:r>
            <a:endParaRPr lang="es-ES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61A0CB6-75FE-7D29-CADF-1BBA2546E6FD}"/>
              </a:ext>
            </a:extLst>
          </p:cNvPr>
          <p:cNvSpPr/>
          <p:nvPr/>
        </p:nvSpPr>
        <p:spPr>
          <a:xfrm>
            <a:off x="8834203" y="5326197"/>
            <a:ext cx="2500701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AnaliticsService</a:t>
            </a:r>
            <a:endParaRPr lang="es-ES" dirty="0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6FE09978-5C49-93C5-1691-B42E6653A2DD}"/>
              </a:ext>
            </a:extLst>
          </p:cNvPr>
          <p:cNvSpPr/>
          <p:nvPr/>
        </p:nvSpPr>
        <p:spPr>
          <a:xfrm rot="5400000">
            <a:off x="5923933" y="4358545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5E4329-3C28-A5A2-2C68-F3808ABAECD0}"/>
              </a:ext>
            </a:extLst>
          </p:cNvPr>
          <p:cNvSpPr/>
          <p:nvPr/>
        </p:nvSpPr>
        <p:spPr>
          <a:xfrm>
            <a:off x="6183596" y="5326196"/>
            <a:ext cx="2500701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CuratedListService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6D91E9-CBED-5D93-90C0-776A8248ECC8}"/>
              </a:ext>
            </a:extLst>
          </p:cNvPr>
          <p:cNvSpPr/>
          <p:nvPr/>
        </p:nvSpPr>
        <p:spPr>
          <a:xfrm>
            <a:off x="7965583" y="2956890"/>
            <a:ext cx="3225120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SetupInterceptor</a:t>
            </a:r>
            <a:endParaRPr lang="es-ES" dirty="0"/>
          </a:p>
          <a:p>
            <a:pPr algn="ctr"/>
            <a:r>
              <a:rPr lang="es-ES" dirty="0"/>
              <a:t>(</a:t>
            </a:r>
            <a:r>
              <a:rPr lang="es-ES" dirty="0" err="1"/>
              <a:t>Username</a:t>
            </a:r>
            <a:r>
              <a:rPr lang="es-ES" dirty="0"/>
              <a:t> </a:t>
            </a:r>
            <a:r>
              <a:rPr lang="es-ES" dirty="0" err="1"/>
              <a:t>Validator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595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8FD9-7C6A-DBCF-0702-0711C8F4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BE9DB53-5873-0D2A-ED42-1A378FF46AAE}"/>
              </a:ext>
            </a:extLst>
          </p:cNvPr>
          <p:cNvSpPr/>
          <p:nvPr/>
        </p:nvSpPr>
        <p:spPr>
          <a:xfrm>
            <a:off x="545690" y="145851"/>
            <a:ext cx="11100620" cy="182879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Persistence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2107F1B-9B7E-F34A-5C58-6F1DC1A10E24}"/>
              </a:ext>
            </a:extLst>
          </p:cNvPr>
          <p:cNvSpPr/>
          <p:nvPr/>
        </p:nvSpPr>
        <p:spPr>
          <a:xfrm>
            <a:off x="545690" y="2514600"/>
            <a:ext cx="11100620" cy="18287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Domain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6F937F8E-FC37-2C0E-263E-AE8B454F0A29}"/>
              </a:ext>
            </a:extLst>
          </p:cNvPr>
          <p:cNvSpPr/>
          <p:nvPr/>
        </p:nvSpPr>
        <p:spPr>
          <a:xfrm rot="5400000">
            <a:off x="5923934" y="1989238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8B9CDA1-CA6D-1F2A-76A9-712130F5BCFA}"/>
              </a:ext>
            </a:extLst>
          </p:cNvPr>
          <p:cNvSpPr/>
          <p:nvPr/>
        </p:nvSpPr>
        <p:spPr>
          <a:xfrm>
            <a:off x="545690" y="4883350"/>
            <a:ext cx="11100620" cy="18287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Database</a:t>
            </a:r>
            <a:r>
              <a:rPr lang="es-ES" dirty="0"/>
              <a:t> (PostgreSQL)</a:t>
            </a:r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EB833353-B027-6B6B-A00F-78465923E196}"/>
              </a:ext>
            </a:extLst>
          </p:cNvPr>
          <p:cNvSpPr/>
          <p:nvPr/>
        </p:nvSpPr>
        <p:spPr>
          <a:xfrm rot="5400000">
            <a:off x="5923933" y="4358545"/>
            <a:ext cx="344129" cy="5112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1964DD-6B4D-4B13-BBDE-80F4EAEFCD8F}"/>
              </a:ext>
            </a:extLst>
          </p:cNvPr>
          <p:cNvSpPr/>
          <p:nvPr/>
        </p:nvSpPr>
        <p:spPr>
          <a:xfrm>
            <a:off x="995241" y="2976302"/>
            <a:ext cx="15741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User</a:t>
            </a:r>
            <a:r>
              <a:rPr lang="es-ES" dirty="0"/>
              <a:t>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80477D9-4EF5-0B50-E4A1-430BD7F73468}"/>
              </a:ext>
            </a:extLst>
          </p:cNvPr>
          <p:cNvSpPr/>
          <p:nvPr/>
        </p:nvSpPr>
        <p:spPr>
          <a:xfrm>
            <a:off x="1226956" y="646677"/>
            <a:ext cx="9738082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/>
              <a:t>Repositories</a:t>
            </a:r>
            <a:r>
              <a:rPr lang="es-ES" dirty="0"/>
              <a:t> (Spring Data JPA)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3F5A0F2-54EE-F7F0-0D14-772DF1BC2A85}"/>
              </a:ext>
            </a:extLst>
          </p:cNvPr>
          <p:cNvSpPr/>
          <p:nvPr/>
        </p:nvSpPr>
        <p:spPr>
          <a:xfrm>
            <a:off x="1369657" y="1108393"/>
            <a:ext cx="2399402" cy="4655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UserRepository</a:t>
            </a:r>
            <a:r>
              <a:rPr lang="es-ES" dirty="0"/>
              <a:t>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8BE6DE-3709-68F6-A0DF-C84FE0BA8E70}"/>
              </a:ext>
            </a:extLst>
          </p:cNvPr>
          <p:cNvSpPr/>
          <p:nvPr/>
        </p:nvSpPr>
        <p:spPr>
          <a:xfrm>
            <a:off x="3911760" y="1108393"/>
            <a:ext cx="2399402" cy="4655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ReportRepository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95F995-ACAF-DE26-7001-F48B09402FB0}"/>
              </a:ext>
            </a:extLst>
          </p:cNvPr>
          <p:cNvSpPr/>
          <p:nvPr/>
        </p:nvSpPr>
        <p:spPr>
          <a:xfrm>
            <a:off x="6453863" y="1108393"/>
            <a:ext cx="2399402" cy="4655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SavedListRepository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6F45BA-3190-9C50-95F4-E2320683596D}"/>
              </a:ext>
            </a:extLst>
          </p:cNvPr>
          <p:cNvSpPr/>
          <p:nvPr/>
        </p:nvSpPr>
        <p:spPr>
          <a:xfrm>
            <a:off x="8995966" y="1108393"/>
            <a:ext cx="1826377" cy="4655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…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E181738-F617-FAA3-5927-44FA7AA2BDAD}"/>
              </a:ext>
            </a:extLst>
          </p:cNvPr>
          <p:cNvSpPr/>
          <p:nvPr/>
        </p:nvSpPr>
        <p:spPr>
          <a:xfrm>
            <a:off x="2750285" y="2976302"/>
            <a:ext cx="15741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Like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1F022FF-E692-7A65-A67B-4EC8D215F81A}"/>
              </a:ext>
            </a:extLst>
          </p:cNvPr>
          <p:cNvSpPr/>
          <p:nvPr/>
        </p:nvSpPr>
        <p:spPr>
          <a:xfrm>
            <a:off x="4505329" y="2976301"/>
            <a:ext cx="15741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Item</a:t>
            </a:r>
            <a:r>
              <a:rPr lang="es-ES" dirty="0"/>
              <a:t>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3374E-E16D-D54F-F97A-E2A2C21A53A4}"/>
              </a:ext>
            </a:extLst>
          </p:cNvPr>
          <p:cNvSpPr/>
          <p:nvPr/>
        </p:nvSpPr>
        <p:spPr>
          <a:xfrm>
            <a:off x="6204918" y="2976300"/>
            <a:ext cx="15741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SavedList</a:t>
            </a:r>
            <a:r>
              <a:rPr lang="es-ES" dirty="0"/>
              <a:t>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093DFA-0DCA-056C-300E-1B34BE150904}"/>
              </a:ext>
            </a:extLst>
          </p:cNvPr>
          <p:cNvSpPr/>
          <p:nvPr/>
        </p:nvSpPr>
        <p:spPr>
          <a:xfrm>
            <a:off x="7959962" y="2976300"/>
            <a:ext cx="15741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Notification</a:t>
            </a:r>
            <a:r>
              <a:rPr lang="es-ES" dirty="0"/>
              <a:t>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39E0178-8AEE-6DBB-0471-4F87F5C0E641}"/>
              </a:ext>
            </a:extLst>
          </p:cNvPr>
          <p:cNvSpPr/>
          <p:nvPr/>
        </p:nvSpPr>
        <p:spPr>
          <a:xfrm>
            <a:off x="9659551" y="2976299"/>
            <a:ext cx="1574117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6765820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63</Words>
  <Application>Microsoft Office PowerPoint</Application>
  <PresentationFormat>Panorámica</PresentationFormat>
  <Paragraphs>32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Puebla Ruisánchez</dc:creator>
  <cp:lastModifiedBy>Alvaro Puebla Ruisanchez (293867)</cp:lastModifiedBy>
  <cp:revision>2</cp:revision>
  <dcterms:created xsi:type="dcterms:W3CDTF">2026-01-22T16:02:29Z</dcterms:created>
  <dcterms:modified xsi:type="dcterms:W3CDTF">2026-06-16T17:30:33Z</dcterms:modified>
</cp:coreProperties>
</file>