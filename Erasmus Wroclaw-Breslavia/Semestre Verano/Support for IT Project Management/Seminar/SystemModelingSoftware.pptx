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C12"/>
    <a:srgbClr val="06D6A0"/>
    <a:srgbClr val="065A82"/>
    <a:srgbClr val="0891B2"/>
    <a:srgbClr val="E8F8F1"/>
    <a:srgbClr val="FDEDEC"/>
    <a:srgbClr val="FEF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FD8F9-BB91-4538-A6AA-7E54F6065617}" v="398" dt="2026-04-12T18:23:37.756"/>
    <p1510:client id="{970F6A0D-6A6A-C9A4-B006-982FC26C2EF1}" v="42" dt="2026-04-12T16:55:13.725"/>
    <p1510:client id="{E8871D91-A264-9E85-D6AD-C1C2C7556F64}" v="1185" dt="2026-04-12T12:01:33.3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Puebla Ruisanchez (293867)" userId="S::293867@student.pwr.edu.pl::b7cd6ab6-de77-4593-879a-7a51426a2040" providerId="AD" clId="Web-{BD47A42E-8241-9C2A-22C6-180158CBE8F2}"/>
    <pc:docChg chg="modSld">
      <pc:chgData name="Alvaro Puebla Ruisanchez (293867)" userId="S::293867@student.pwr.edu.pl::b7cd6ab6-de77-4593-879a-7a51426a2040" providerId="AD" clId="Web-{BD47A42E-8241-9C2A-22C6-180158CBE8F2}" dt="2026-03-23T12:55:34.013" v="1" actId="1076"/>
      <pc:docMkLst>
        <pc:docMk/>
      </pc:docMkLst>
      <pc:sldChg chg="modSp">
        <pc:chgData name="Alvaro Puebla Ruisanchez (293867)" userId="S::293867@student.pwr.edu.pl::b7cd6ab6-de77-4593-879a-7a51426a2040" providerId="AD" clId="Web-{BD47A42E-8241-9C2A-22C6-180158CBE8F2}" dt="2026-03-23T12:55:34.013" v="1" actId="1076"/>
        <pc:sldMkLst>
          <pc:docMk/>
          <pc:sldMk cId="0" sldId="262"/>
        </pc:sldMkLst>
      </pc:sldChg>
    </pc:docChg>
  </pc:docChgLst>
  <pc:docChgLst>
    <pc:chgData name="Jose Daniel Moya Moreno (293922)" userId="S::293922@student.pwr.edu.pl::78641f8e-f911-4eba-8aa7-15e04bc9483f" providerId="AD" clId="Web-{970F6A0D-6A6A-C9A4-B006-982FC26C2EF1}"/>
    <pc:docChg chg="modSld">
      <pc:chgData name="Jose Daniel Moya Moreno (293922)" userId="S::293922@student.pwr.edu.pl::78641f8e-f911-4eba-8aa7-15e04bc9483f" providerId="AD" clId="Web-{970F6A0D-6A6A-C9A4-B006-982FC26C2EF1}" dt="2026-04-12T16:56:13.398" v="297"/>
      <pc:docMkLst>
        <pc:docMk/>
      </pc:docMkLst>
      <pc:sldChg chg="modNotes">
        <pc:chgData name="Jose Daniel Moya Moreno (293922)" userId="S::293922@student.pwr.edu.pl::78641f8e-f911-4eba-8aa7-15e04bc9483f" providerId="AD" clId="Web-{970F6A0D-6A6A-C9A4-B006-982FC26C2EF1}" dt="2026-04-12T16:50:36.296" v="130"/>
        <pc:sldMkLst>
          <pc:docMk/>
          <pc:sldMk cId="0" sldId="256"/>
        </pc:sldMkLst>
      </pc:sldChg>
      <pc:sldChg chg="modSp modNotes">
        <pc:chgData name="Jose Daniel Moya Moreno (293922)" userId="S::293922@student.pwr.edu.pl::78641f8e-f911-4eba-8aa7-15e04bc9483f" providerId="AD" clId="Web-{970F6A0D-6A6A-C9A4-B006-982FC26C2EF1}" dt="2026-04-12T16:44:44.306" v="49" actId="20577"/>
        <pc:sldMkLst>
          <pc:docMk/>
          <pc:sldMk cId="0" sldId="257"/>
        </pc:sldMkLst>
        <pc:spChg chg="mod">
          <ac:chgData name="Jose Daniel Moya Moreno (293922)" userId="S::293922@student.pwr.edu.pl::78641f8e-f911-4eba-8aa7-15e04bc9483f" providerId="AD" clId="Web-{970F6A0D-6A6A-C9A4-B006-982FC26C2EF1}" dt="2026-04-12T16:43:23.414" v="4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970F6A0D-6A6A-C9A4-B006-982FC26C2EF1}" dt="2026-04-12T16:44:44.306" v="49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Notes">
        <pc:chgData name="Jose Daniel Moya Moreno (293922)" userId="S::293922@student.pwr.edu.pl::78641f8e-f911-4eba-8aa7-15e04bc9483f" providerId="AD" clId="Web-{970F6A0D-6A6A-C9A4-B006-982FC26C2EF1}" dt="2026-04-12T16:45:33.840" v="50"/>
        <pc:sldMkLst>
          <pc:docMk/>
          <pc:sldMk cId="0" sldId="258"/>
        </pc:sldMkLst>
      </pc:sldChg>
      <pc:sldChg chg="modSp modNotes">
        <pc:chgData name="Jose Daniel Moya Moreno (293922)" userId="S::293922@student.pwr.edu.pl::78641f8e-f911-4eba-8aa7-15e04bc9483f" providerId="AD" clId="Web-{970F6A0D-6A6A-C9A4-B006-982FC26C2EF1}" dt="2026-04-12T16:56:13.398" v="297"/>
        <pc:sldMkLst>
          <pc:docMk/>
          <pc:sldMk cId="0" sldId="259"/>
        </pc:sldMkLst>
        <pc:graphicFrameChg chg="mod modGraphic">
          <ac:chgData name="Jose Daniel Moya Moreno (293922)" userId="S::293922@student.pwr.edu.pl::78641f8e-f911-4eba-8aa7-15e04bc9483f" providerId="AD" clId="Web-{970F6A0D-6A6A-C9A4-B006-982FC26C2EF1}" dt="2026-04-12T16:55:13.725" v="259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</pc:docChg>
  </pc:docChgLst>
  <pc:docChgLst>
    <pc:chgData name="Alvaro Puebla Ruisanchez (293867)" userId="b7cd6ab6-de77-4593-879a-7a51426a2040" providerId="ADAL" clId="{5B1E6D65-D405-4422-977C-BE8C0616D98C}"/>
    <pc:docChg chg="undo redo custSel modSld modMainMaster">
      <pc:chgData name="Alvaro Puebla Ruisanchez (293867)" userId="b7cd6ab6-de77-4593-879a-7a51426a2040" providerId="ADAL" clId="{5B1E6D65-D405-4422-977C-BE8C0616D98C}" dt="2026-04-12T18:23:37.756" v="944" actId="113"/>
      <pc:docMkLst>
        <pc:docMk/>
      </pc:docMkLst>
      <pc:sldChg chg="delSp mod">
        <pc:chgData name="Alvaro Puebla Ruisanchez (293867)" userId="b7cd6ab6-de77-4593-879a-7a51426a2040" providerId="ADAL" clId="{5B1E6D65-D405-4422-977C-BE8C0616D98C}" dt="2026-04-12T16:53:58.394" v="63" actId="478"/>
        <pc:sldMkLst>
          <pc:docMk/>
          <pc:sldMk cId="0" sldId="256"/>
        </pc:sldMkLst>
        <pc:spChg chg="del">
          <ac:chgData name="Alvaro Puebla Ruisanchez (293867)" userId="b7cd6ab6-de77-4593-879a-7a51426a2040" providerId="ADAL" clId="{5B1E6D65-D405-4422-977C-BE8C0616D98C}" dt="2026-04-12T16:53:58.394" v="63" actId="478"/>
          <ac:spMkLst>
            <pc:docMk/>
            <pc:sldMk cId="0" sldId="256"/>
            <ac:spMk id="13" creationId="{7DF58E61-BD4A-1C31-59DF-E40B1DE6A4D2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3-23T13:00:11.261" v="47" actId="20577"/>
        <pc:sldMkLst>
          <pc:docMk/>
          <pc:sldMk cId="0" sldId="257"/>
        </pc:sldMkLst>
        <pc:spChg chg="mod">
          <ac:chgData name="Alvaro Puebla Ruisanchez (293867)" userId="b7cd6ab6-de77-4593-879a-7a51426a2040" providerId="ADAL" clId="{5B1E6D65-D405-4422-977C-BE8C0616D98C}" dt="2026-03-23T13:00:11.261" v="47" actId="20577"/>
          <ac:spMkLst>
            <pc:docMk/>
            <pc:sldMk cId="0" sldId="257"/>
            <ac:spMk id="17" creationId="{CC64064D-4CC0-1BE9-7809-0B6AA8A1521B}"/>
          </ac:spMkLst>
        </pc:spChg>
      </pc:sldChg>
      <pc:sldChg chg="addSp delSp modSp mod">
        <pc:chgData name="Alvaro Puebla Ruisanchez (293867)" userId="b7cd6ab6-de77-4593-879a-7a51426a2040" providerId="ADAL" clId="{5B1E6D65-D405-4422-977C-BE8C0616D98C}" dt="2026-03-23T13:00:16.561" v="48" actId="20577"/>
        <pc:sldMkLst>
          <pc:docMk/>
          <pc:sldMk cId="0" sldId="259"/>
        </pc:sldMkLst>
        <pc:spChg chg="mod">
          <ac:chgData name="Alvaro Puebla Ruisanchez (293867)" userId="b7cd6ab6-de77-4593-879a-7a51426a2040" providerId="ADAL" clId="{5B1E6D65-D405-4422-977C-BE8C0616D98C}" dt="2026-03-23T13:00:16.561" v="48" actId="20577"/>
          <ac:spMkLst>
            <pc:docMk/>
            <pc:sldMk cId="0" sldId="259"/>
            <ac:spMk id="12" creationId="{0D01A3B0-5072-A613-68C2-32C53967E264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3-23T13:00:19.677" v="49" actId="20577"/>
        <pc:sldMkLst>
          <pc:docMk/>
          <pc:sldMk cId="0" sldId="260"/>
        </pc:sldMkLst>
        <pc:spChg chg="mod">
          <ac:chgData name="Alvaro Puebla Ruisanchez (293867)" userId="b7cd6ab6-de77-4593-879a-7a51426a2040" providerId="ADAL" clId="{5B1E6D65-D405-4422-977C-BE8C0616D98C}" dt="2026-03-23T13:00:19.677" v="49" actId="20577"/>
          <ac:spMkLst>
            <pc:docMk/>
            <pc:sldMk cId="0" sldId="260"/>
            <ac:spMk id="8" creationId="{26FE25AD-AA20-E476-300D-3F4899416618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3-23T13:00:22.224" v="50" actId="20577"/>
        <pc:sldMkLst>
          <pc:docMk/>
          <pc:sldMk cId="0" sldId="261"/>
        </pc:sldMkLst>
        <pc:spChg chg="mod">
          <ac:chgData name="Alvaro Puebla Ruisanchez (293867)" userId="b7cd6ab6-de77-4593-879a-7a51426a2040" providerId="ADAL" clId="{5B1E6D65-D405-4422-977C-BE8C0616D98C}" dt="2026-03-23T13:00:22.224" v="50" actId="20577"/>
          <ac:spMkLst>
            <pc:docMk/>
            <pc:sldMk cId="0" sldId="261"/>
            <ac:spMk id="16" creationId="{F7E04F15-E798-B8D9-3F3A-790D8FF273A9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3-23T13:00:24.963" v="51" actId="20577"/>
        <pc:sldMkLst>
          <pc:docMk/>
          <pc:sldMk cId="0" sldId="262"/>
        </pc:sldMkLst>
        <pc:spChg chg="mod">
          <ac:chgData name="Alvaro Puebla Ruisanchez (293867)" userId="b7cd6ab6-de77-4593-879a-7a51426a2040" providerId="ADAL" clId="{5B1E6D65-D405-4422-977C-BE8C0616D98C}" dt="2026-03-23T13:00:24.963" v="51" actId="20577"/>
          <ac:spMkLst>
            <pc:docMk/>
            <pc:sldMk cId="0" sldId="262"/>
            <ac:spMk id="9" creationId="{BFA70FC2-7B43-040A-7980-4A5DABDE17C7}"/>
          </ac:spMkLst>
        </pc:spChg>
      </pc:sldChg>
      <pc:sldChg chg="delSp mod">
        <pc:chgData name="Alvaro Puebla Ruisanchez (293867)" userId="b7cd6ab6-de77-4593-879a-7a51426a2040" providerId="ADAL" clId="{5B1E6D65-D405-4422-977C-BE8C0616D98C}" dt="2026-04-12T16:53:52.938" v="62" actId="478"/>
        <pc:sldMkLst>
          <pc:docMk/>
          <pc:sldMk cId="0" sldId="263"/>
        </pc:sldMkLst>
        <pc:spChg chg="del">
          <ac:chgData name="Alvaro Puebla Ruisanchez (293867)" userId="b7cd6ab6-de77-4593-879a-7a51426a2040" providerId="ADAL" clId="{5B1E6D65-D405-4422-977C-BE8C0616D98C}" dt="2026-04-12T16:53:52.938" v="62" actId="478"/>
          <ac:spMkLst>
            <pc:docMk/>
            <pc:sldMk cId="0" sldId="263"/>
            <ac:spMk id="6" creationId="{23FE1DBE-CE23-46A8-B268-5F2CCDEBC88C}"/>
          </ac:spMkLst>
        </pc:spChg>
      </pc:sldChg>
      <pc:sldChg chg="modSp mod modNotesTx">
        <pc:chgData name="Alvaro Puebla Ruisanchez (293867)" userId="b7cd6ab6-de77-4593-879a-7a51426a2040" providerId="ADAL" clId="{5B1E6D65-D405-4422-977C-BE8C0616D98C}" dt="2026-04-12T17:49:57.110" v="640" actId="5793"/>
        <pc:sldMkLst>
          <pc:docMk/>
          <pc:sldMk cId="0" sldId="264"/>
        </pc:sldMkLst>
        <pc:spChg chg="mod">
          <ac:chgData name="Alvaro Puebla Ruisanchez (293867)" userId="b7cd6ab6-de77-4593-879a-7a51426a2040" providerId="ADAL" clId="{5B1E6D65-D405-4422-977C-BE8C0616D98C}" dt="2026-03-23T13:00:31.813" v="52" actId="20577"/>
          <ac:spMkLst>
            <pc:docMk/>
            <pc:sldMk cId="0" sldId="264"/>
            <ac:spMk id="7" creationId="{8450C8D5-750C-7A17-D4CA-BAB733DE3EA3}"/>
          </ac:spMkLst>
        </pc:spChg>
        <pc:graphicFrameChg chg="mod modGraphic">
          <ac:chgData name="Alvaro Puebla Ruisanchez (293867)" userId="b7cd6ab6-de77-4593-879a-7a51426a2040" providerId="ADAL" clId="{5B1E6D65-D405-4422-977C-BE8C0616D98C}" dt="2026-04-12T16:58:54.246" v="69" actId="2057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 modNotes modNotesTx">
        <pc:chgData name="Alvaro Puebla Ruisanchez (293867)" userId="b7cd6ab6-de77-4593-879a-7a51426a2040" providerId="ADAL" clId="{5B1E6D65-D405-4422-977C-BE8C0616D98C}" dt="2026-04-12T17:53:53.698" v="673" actId="113"/>
        <pc:sldMkLst>
          <pc:docMk/>
          <pc:sldMk cId="0" sldId="265"/>
        </pc:sldMkLst>
        <pc:spChg chg="mod">
          <ac:chgData name="Alvaro Puebla Ruisanchez (293867)" userId="b7cd6ab6-de77-4593-879a-7a51426a2040" providerId="ADAL" clId="{5B1E6D65-D405-4422-977C-BE8C0616D98C}" dt="2026-03-23T13:00:37.987" v="53" actId="20577"/>
          <ac:spMkLst>
            <pc:docMk/>
            <pc:sldMk cId="0" sldId="265"/>
            <ac:spMk id="14" creationId="{F48F9A9D-80E1-EB46-C586-3CC30B80E69D}"/>
          </ac:spMkLst>
        </pc:spChg>
        <pc:graphicFrameChg chg="mod modGraphic">
          <ac:chgData name="Alvaro Puebla Ruisanchez (293867)" userId="b7cd6ab6-de77-4593-879a-7a51426a2040" providerId="ADAL" clId="{5B1E6D65-D405-4422-977C-BE8C0616D98C}" dt="2026-04-12T17:12:40.528" v="179" actId="20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mod modNotes modNotesTx">
        <pc:chgData name="Alvaro Puebla Ruisanchez (293867)" userId="b7cd6ab6-de77-4593-879a-7a51426a2040" providerId="ADAL" clId="{5B1E6D65-D405-4422-977C-BE8C0616D98C}" dt="2026-04-12T17:58:11.789" v="720" actId="113"/>
        <pc:sldMkLst>
          <pc:docMk/>
          <pc:sldMk cId="0" sldId="266"/>
        </pc:sldMkLst>
        <pc:spChg chg="mod">
          <ac:chgData name="Alvaro Puebla Ruisanchez (293867)" userId="b7cd6ab6-de77-4593-879a-7a51426a2040" providerId="ADAL" clId="{5B1E6D65-D405-4422-977C-BE8C0616D98C}" dt="2026-04-12T17:17:43.140" v="20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20:23.631" v="319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20:34.233" v="340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20:54.446" v="344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21:01.658" v="361" actId="103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19:55.958" v="307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20:14.192" v="317" actId="103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18:24.055" v="227" actId="1410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18:41.768" v="269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56:16.368" v="682" actId="1410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7:56:28.974" v="714" actId="20577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3T13:00:40.746" v="54" actId="20577"/>
          <ac:spMkLst>
            <pc:docMk/>
            <pc:sldMk cId="0" sldId="266"/>
            <ac:spMk id="29" creationId="{E76BB66A-B565-AEF2-ECCE-4FC86296039C}"/>
          </ac:spMkLst>
        </pc:spChg>
        <pc:spChg chg="add del mod">
          <ac:chgData name="Alvaro Puebla Ruisanchez (293867)" userId="b7cd6ab6-de77-4593-879a-7a51426a2040" providerId="ADAL" clId="{5B1E6D65-D405-4422-977C-BE8C0616D98C}" dt="2026-04-12T17:21:11.496" v="362" actId="478"/>
          <ac:spMkLst>
            <pc:docMk/>
            <pc:sldMk cId="0" sldId="266"/>
            <ac:spMk id="30" creationId="{14264F30-2DD2-871B-4CA9-C60710F36BCB}"/>
          </ac:spMkLst>
        </pc:spChg>
        <pc:spChg chg="add del mod">
          <ac:chgData name="Alvaro Puebla Ruisanchez (293867)" userId="b7cd6ab6-de77-4593-879a-7a51426a2040" providerId="ADAL" clId="{5B1E6D65-D405-4422-977C-BE8C0616D98C}" dt="2026-04-12T17:56:33.881" v="715" actId="478"/>
          <ac:spMkLst>
            <pc:docMk/>
            <pc:sldMk cId="0" sldId="266"/>
            <ac:spMk id="30" creationId="{27426922-8E37-32BE-7EE0-28BD0F1D07CB}"/>
          </ac:spMkLst>
        </pc:spChg>
      </pc:sldChg>
      <pc:sldChg chg="modSp mod modNotes modNotesTx">
        <pc:chgData name="Alvaro Puebla Ruisanchez (293867)" userId="b7cd6ab6-de77-4593-879a-7a51426a2040" providerId="ADAL" clId="{5B1E6D65-D405-4422-977C-BE8C0616D98C}" dt="2026-04-12T18:02:22.707" v="728" actId="113"/>
        <pc:sldMkLst>
          <pc:docMk/>
          <pc:sldMk cId="0" sldId="267"/>
        </pc:sldMkLst>
        <pc:spChg chg="mod">
          <ac:chgData name="Alvaro Puebla Ruisanchez (293867)" userId="b7cd6ab6-de77-4593-879a-7a51426a2040" providerId="ADAL" clId="{5B1E6D65-D405-4422-977C-BE8C0616D98C}" dt="2026-03-23T13:00:44.941" v="56" actId="20577"/>
          <ac:spMkLst>
            <pc:docMk/>
            <pc:sldMk cId="0" sldId="267"/>
            <ac:spMk id="9" creationId="{D199BB46-AAC9-8E23-DA15-B90B1D7CC127}"/>
          </ac:spMkLst>
        </pc:spChg>
      </pc:sldChg>
      <pc:sldChg chg="modSp mod modNotes modNotesTx">
        <pc:chgData name="Alvaro Puebla Ruisanchez (293867)" userId="b7cd6ab6-de77-4593-879a-7a51426a2040" providerId="ADAL" clId="{5B1E6D65-D405-4422-977C-BE8C0616D98C}" dt="2026-04-12T18:10:18.073" v="781" actId="20577"/>
        <pc:sldMkLst>
          <pc:docMk/>
          <pc:sldMk cId="0" sldId="268"/>
        </pc:sldMkLst>
        <pc:spChg chg="mod">
          <ac:chgData name="Alvaro Puebla Ruisanchez (293867)" userId="b7cd6ab6-de77-4593-879a-7a51426a2040" providerId="ADAL" clId="{5B1E6D65-D405-4422-977C-BE8C0616D98C}" dt="2026-03-23T13:00:48.531" v="58" actId="20577"/>
          <ac:spMkLst>
            <pc:docMk/>
            <pc:sldMk cId="0" sldId="268"/>
            <ac:spMk id="31" creationId="{5C930CD6-98A7-891E-6D4F-15AE48CD4E3A}"/>
          </ac:spMkLst>
        </pc:spChg>
      </pc:sldChg>
      <pc:sldChg chg="addSp delSp modSp mod modNotes modNotesTx">
        <pc:chgData name="Alvaro Puebla Ruisanchez (293867)" userId="b7cd6ab6-de77-4593-879a-7a51426a2040" providerId="ADAL" clId="{5B1E6D65-D405-4422-977C-BE8C0616D98C}" dt="2026-04-12T18:23:37.756" v="944" actId="113"/>
        <pc:sldMkLst>
          <pc:docMk/>
          <pc:sldMk cId="0" sldId="269"/>
        </pc:sldMkLst>
        <pc:spChg chg="mod">
          <ac:chgData name="Alvaro Puebla Ruisanchez (293867)" userId="b7cd6ab6-de77-4593-879a-7a51426a2040" providerId="ADAL" clId="{5B1E6D65-D405-4422-977C-BE8C0616D98C}" dt="2026-03-23T13:00:51.236" v="60" actId="20577"/>
          <ac:spMkLst>
            <pc:docMk/>
            <pc:sldMk cId="0" sldId="269"/>
            <ac:spMk id="7" creationId="{5679A9CA-04FE-4992-8030-9E28606DA44C}"/>
          </ac:spMkLst>
        </pc:spChg>
        <pc:graphicFrameChg chg="mod modGraphic">
          <ac:chgData name="Alvaro Puebla Ruisanchez (293867)" userId="b7cd6ab6-de77-4593-879a-7a51426a2040" providerId="ADAL" clId="{5B1E6D65-D405-4422-977C-BE8C0616D98C}" dt="2026-04-12T18:20:50.842" v="934" actId="20577"/>
          <ac:graphicFrameMkLst>
            <pc:docMk/>
            <pc:sldMk cId="0" sldId="269"/>
            <ac:graphicFrameMk id="15" creationId="{00000000-0000-0000-0000-000000000000}"/>
          </ac:graphicFrameMkLst>
        </pc:graphicFrameChg>
        <pc:picChg chg="add del mod">
          <ac:chgData name="Alvaro Puebla Ruisanchez (293867)" userId="b7cd6ab6-de77-4593-879a-7a51426a2040" providerId="ADAL" clId="{5B1E6D65-D405-4422-977C-BE8C0616D98C}" dt="2026-04-12T18:17:15.953" v="909" actId="478"/>
          <ac:picMkLst>
            <pc:docMk/>
            <pc:sldMk cId="0" sldId="269"/>
            <ac:picMk id="11" creationId="{295CA521-A2E0-906D-191B-1AFFA11D4CEF}"/>
          </ac:picMkLst>
        </pc:picChg>
      </pc:sldChg>
      <pc:sldChg chg="delSp mod modNotes modNotesTx">
        <pc:chgData name="Alvaro Puebla Ruisanchez (293867)" userId="b7cd6ab6-de77-4593-879a-7a51426a2040" providerId="ADAL" clId="{5B1E6D65-D405-4422-977C-BE8C0616D98C}" dt="2026-04-12T18:19:58.171" v="928" actId="113"/>
        <pc:sldMkLst>
          <pc:docMk/>
          <pc:sldMk cId="0" sldId="270"/>
        </pc:sldMkLst>
        <pc:spChg chg="del">
          <ac:chgData name="Alvaro Puebla Ruisanchez (293867)" userId="b7cd6ab6-de77-4593-879a-7a51426a2040" providerId="ADAL" clId="{5B1E6D65-D405-4422-977C-BE8C0616D98C}" dt="2026-04-12T16:53:47.126" v="61" actId="478"/>
          <ac:spMkLst>
            <pc:docMk/>
            <pc:sldMk cId="0" sldId="270"/>
            <ac:spMk id="5" creationId="{2BAB75A3-2CEA-27C9-E53E-3E06054760A3}"/>
          </ac:spMkLst>
        </pc:spChg>
      </pc:sldChg>
      <pc:sldMasterChg chg="addSp delSp modSp mod modSldLayout">
        <pc:chgData name="Alvaro Puebla Ruisanchez (293867)" userId="b7cd6ab6-de77-4593-879a-7a51426a2040" providerId="ADAL" clId="{5B1E6D65-D405-4422-977C-BE8C0616D98C}" dt="2026-03-23T12:59:37.082" v="41" actId="478"/>
        <pc:sldMasterMkLst>
          <pc:docMk/>
          <pc:sldMasterMk cId="0" sldId="2147483648"/>
        </pc:sldMasterMkLst>
        <pc:spChg chg="mod">
          <ac:chgData name="Alvaro Puebla Ruisanchez (293867)" userId="b7cd6ab6-de77-4593-879a-7a51426a2040" providerId="ADAL" clId="{5B1E6D65-D405-4422-977C-BE8C0616D98C}" dt="2026-03-23T12:59:28.226" v="39" actId="1038"/>
          <ac:spMkLst>
            <pc:docMk/>
            <pc:sldMasterMk cId="0" sldId="2147483648"/>
            <ac:spMk id="2" creationId="{B6B001B8-958C-331E-BDBC-39184383F009}"/>
          </ac:spMkLst>
        </pc:spChg>
        <pc:sldLayoutChg chg="addSp modSp">
          <pc:chgData name="Alvaro Puebla Ruisanchez (293867)" userId="b7cd6ab6-de77-4593-879a-7a51426a2040" providerId="ADAL" clId="{5B1E6D65-D405-4422-977C-BE8C0616D98C}" dt="2026-03-23T12:59:33.685" v="40"/>
          <pc:sldLayoutMkLst>
            <pc:docMk/>
            <pc:sldMasterMk cId="0" sldId="2147483648"/>
            <pc:sldLayoutMk cId="0" sldId="2147483649"/>
          </pc:sldLayoutMkLst>
          <pc:spChg chg="add mod">
            <ac:chgData name="Alvaro Puebla Ruisanchez (293867)" userId="b7cd6ab6-de77-4593-879a-7a51426a2040" providerId="ADAL" clId="{5B1E6D65-D405-4422-977C-BE8C0616D98C}" dt="2026-03-23T12:59:33.685" v="40"/>
            <ac:spMkLst>
              <pc:docMk/>
              <pc:sldMasterMk cId="0" sldId="2147483648"/>
              <pc:sldLayoutMk cId="0" sldId="2147483649"/>
              <ac:spMk id="2" creationId="{DB53E8C0-32EF-A02B-F8DD-C53CF5CB4C36}"/>
            </ac:spMkLst>
          </pc:spChg>
        </pc:sldLayoutChg>
      </pc:sldMasterChg>
    </pc:docChg>
  </pc:docChgLst>
  <pc:docChgLst>
    <pc:chgData name="Jose Daniel Moya Moreno (293922)" userId="S::293922@student.pwr.edu.pl::78641f8e-f911-4eba-8aa7-15e04bc9483f" providerId="AD" clId="Web-{E8871D91-A264-9E85-D6AD-C1C2C7556F64}"/>
    <pc:docChg chg="modSld">
      <pc:chgData name="Jose Daniel Moya Moreno (293922)" userId="S::293922@student.pwr.edu.pl::78641f8e-f911-4eba-8aa7-15e04bc9483f" providerId="AD" clId="Web-{E8871D91-A264-9E85-D6AD-C1C2C7556F64}" dt="2026-04-12T12:06:41.366" v="2167"/>
      <pc:docMkLst>
        <pc:docMk/>
      </pc:docMkLst>
      <pc:sldChg chg="modNotes">
        <pc:chgData name="Jose Daniel Moya Moreno (293922)" userId="S::293922@student.pwr.edu.pl::78641f8e-f911-4eba-8aa7-15e04bc9483f" providerId="AD" clId="Web-{E8871D91-A264-9E85-D6AD-C1C2C7556F64}" dt="2026-04-12T09:06:44.323" v="392"/>
        <pc:sldMkLst>
          <pc:docMk/>
          <pc:sldMk cId="0" sldId="256"/>
        </pc:sldMkLst>
      </pc:sldChg>
      <pc:sldChg chg="modNotes">
        <pc:chgData name="Jose Daniel Moya Moreno (293922)" userId="S::293922@student.pwr.edu.pl::78641f8e-f911-4eba-8aa7-15e04bc9483f" providerId="AD" clId="Web-{E8871D91-A264-9E85-D6AD-C1C2C7556F64}" dt="2026-04-12T09:06:28.276" v="388"/>
        <pc:sldMkLst>
          <pc:docMk/>
          <pc:sldMk cId="0" sldId="257"/>
        </pc:sldMkLst>
      </pc:sldChg>
      <pc:sldChg chg="modNotes">
        <pc:chgData name="Jose Daniel Moya Moreno (293922)" userId="S::293922@student.pwr.edu.pl::78641f8e-f911-4eba-8aa7-15e04bc9483f" providerId="AD" clId="Web-{E8871D91-A264-9E85-D6AD-C1C2C7556F64}" dt="2026-04-12T09:07:05.917" v="394"/>
        <pc:sldMkLst>
          <pc:docMk/>
          <pc:sldMk cId="0" sldId="258"/>
        </pc:sldMkLst>
      </pc:sldChg>
      <pc:sldChg chg="addSp delSp modSp modNotes">
        <pc:chgData name="Jose Daniel Moya Moreno (293922)" userId="S::293922@student.pwr.edu.pl::78641f8e-f911-4eba-8aa7-15e04bc9483f" providerId="AD" clId="Web-{E8871D91-A264-9E85-D6AD-C1C2C7556F64}" dt="2026-04-12T11:57:49.798" v="1974"/>
        <pc:sldMkLst>
          <pc:docMk/>
          <pc:sldMk cId="0" sldId="259"/>
        </pc:sldMkLst>
        <pc:spChg chg="add del mod">
          <ac:chgData name="Jose Daniel Moya Moreno (293922)" userId="S::293922@student.pwr.edu.pl::78641f8e-f911-4eba-8aa7-15e04bc9483f" providerId="AD" clId="Web-{E8871D91-A264-9E85-D6AD-C1C2C7556F64}" dt="2026-04-12T10:12:07.284" v="877"/>
          <ac:spMkLst>
            <pc:docMk/>
            <pc:sldMk cId="0" sldId="259"/>
            <ac:spMk id="8" creationId="{1089546E-0CF8-EA78-78D0-1393FBDD4533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17:29.033" v="1123"/>
          <ac:spMkLst>
            <pc:docMk/>
            <pc:sldMk cId="0" sldId="259"/>
            <ac:spMk id="9" creationId="{389B616D-1E40-CF59-F2B0-909C747C5EC7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17:34.830" v="1131"/>
          <ac:spMkLst>
            <pc:docMk/>
            <pc:sldMk cId="0" sldId="259"/>
            <ac:spMk id="10" creationId="{A89C9D8B-5BBA-E422-6714-1EF7E25C9756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17:38.486" v="1139"/>
          <ac:spMkLst>
            <pc:docMk/>
            <pc:sldMk cId="0" sldId="259"/>
            <ac:spMk id="11" creationId="{2ABF4CFA-2963-EAA9-2B58-40F4EFDF0AB6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25:00.778" v="1300"/>
          <ac:spMkLst>
            <pc:docMk/>
            <pc:sldMk cId="0" sldId="259"/>
            <ac:spMk id="13" creationId="{B59762EC-E798-5160-698E-86F443221562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26:31.544" v="1348"/>
          <ac:spMkLst>
            <pc:docMk/>
            <pc:sldMk cId="0" sldId="259"/>
            <ac:spMk id="14" creationId="{5D7BEB79-EB55-D8F3-29EA-40228925FEE4}"/>
          </ac:spMkLst>
        </pc:spChg>
        <pc:spChg chg="add mod ord">
          <ac:chgData name="Jose Daniel Moya Moreno (293922)" userId="S::293922@student.pwr.edu.pl::78641f8e-f911-4eba-8aa7-15e04bc9483f" providerId="AD" clId="Web-{E8871D91-A264-9E85-D6AD-C1C2C7556F64}" dt="2026-04-12T10:58:45.295" v="1796" actId="14100"/>
          <ac:spMkLst>
            <pc:docMk/>
            <pc:sldMk cId="0" sldId="259"/>
            <ac:spMk id="15" creationId="{36870CB0-7DBC-B0E4-C122-98B5F6163B43}"/>
          </ac:spMkLst>
        </pc:spChg>
        <pc:graphicFrameChg chg="mod modGraphic">
          <ac:chgData name="Jose Daniel Moya Moreno (293922)" userId="S::293922@student.pwr.edu.pl::78641f8e-f911-4eba-8aa7-15e04bc9483f" providerId="AD" clId="Web-{E8871D91-A264-9E85-D6AD-C1C2C7556F64}" dt="2026-04-12T10:58:08.215" v="1791" actId="1076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  <pc:sldChg chg="addSp delSp modSp modNotes">
        <pc:chgData name="Jose Daniel Moya Moreno (293922)" userId="S::293922@student.pwr.edu.pl::78641f8e-f911-4eba-8aa7-15e04bc9483f" providerId="AD" clId="Web-{E8871D91-A264-9E85-D6AD-C1C2C7556F64}" dt="2026-04-12T11:59:55.190" v="1992"/>
        <pc:sldMkLst>
          <pc:docMk/>
          <pc:sldMk cId="0" sldId="260"/>
        </pc:sldMkLst>
        <pc:spChg chg="add del mod">
          <ac:chgData name="Jose Daniel Moya Moreno (293922)" userId="S::293922@student.pwr.edu.pl::78641f8e-f911-4eba-8aa7-15e04bc9483f" providerId="AD" clId="Web-{E8871D91-A264-9E85-D6AD-C1C2C7556F64}" dt="2026-04-12T10:46:27.993" v="1440"/>
          <ac:spMkLst>
            <pc:docMk/>
            <pc:sldMk cId="0" sldId="260"/>
            <ac:spMk id="9" creationId="{7BE34641-DC0C-7870-9D1D-FA168C5D6E0B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467" v="1728" actId="1076"/>
          <ac:spMkLst>
            <pc:docMk/>
            <pc:sldMk cId="0" sldId="260"/>
            <ac:spMk id="16" creationId="{CB944546-1F35-CCF6-AF17-85B722166D0C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482" v="1729" actId="1076"/>
          <ac:spMkLst>
            <pc:docMk/>
            <pc:sldMk cId="0" sldId="260"/>
            <ac:spMk id="17" creationId="{DEF9D39F-D727-18CF-4683-A58B7744E206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513" v="1730" actId="1076"/>
          <ac:spMkLst>
            <pc:docMk/>
            <pc:sldMk cId="0" sldId="260"/>
            <ac:spMk id="18" creationId="{75C4D054-3850-3AC6-91BB-349BB1B88477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529" v="1731" actId="1076"/>
          <ac:spMkLst>
            <pc:docMk/>
            <pc:sldMk cId="0" sldId="260"/>
            <ac:spMk id="19" creationId="{3F606FA5-02F5-2D81-9225-6AAA485A77AD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560" v="1732" actId="1076"/>
          <ac:spMkLst>
            <pc:docMk/>
            <pc:sldMk cId="0" sldId="260"/>
            <ac:spMk id="20" creationId="{5B121174-4829-3CB0-3D4E-3DDB7872740C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576" v="1733" actId="1076"/>
          <ac:spMkLst>
            <pc:docMk/>
            <pc:sldMk cId="0" sldId="260"/>
            <ac:spMk id="21" creationId="{1FB20718-D36F-7749-5CB0-43001AFBC186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607" v="1734" actId="1076"/>
          <ac:spMkLst>
            <pc:docMk/>
            <pc:sldMk cId="0" sldId="260"/>
            <ac:spMk id="22" creationId="{B4E45A5C-E5A3-712C-ED9D-AA7CB7E23AA4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25.623" v="1735" actId="1076"/>
          <ac:spMkLst>
            <pc:docMk/>
            <pc:sldMk cId="0" sldId="260"/>
            <ac:spMk id="23" creationId="{D3467CB0-D663-8E6A-9831-8A21320E8668}"/>
          </ac:spMkLst>
        </pc:spChg>
        <pc:graphicFrameChg chg="mod modGraphic">
          <ac:chgData name="Jose Daniel Moya Moreno (293922)" userId="S::293922@student.pwr.edu.pl::78641f8e-f911-4eba-8aa7-15e04bc9483f" providerId="AD" clId="Web-{E8871D91-A264-9E85-D6AD-C1C2C7556F64}" dt="2026-04-12T10:59:21.405" v="1822"/>
          <ac:graphicFrameMkLst>
            <pc:docMk/>
            <pc:sldMk cId="0" sldId="260"/>
            <ac:graphicFrameMk id="7" creationId="{00000000-0000-0000-0000-000000000000}"/>
          </ac:graphicFrameMkLst>
        </pc:graphicFrameChg>
      </pc:sldChg>
      <pc:sldChg chg="addSp delSp modSp modNotes">
        <pc:chgData name="Jose Daniel Moya Moreno (293922)" userId="S::293922@student.pwr.edu.pl::78641f8e-f911-4eba-8aa7-15e04bc9483f" providerId="AD" clId="Web-{E8871D91-A264-9E85-D6AD-C1C2C7556F64}" dt="2026-04-12T12:01:33.332" v="2003"/>
        <pc:sldMkLst>
          <pc:docMk/>
          <pc:sldMk cId="0" sldId="261"/>
        </pc:sldMkLst>
        <pc:spChg chg="mod">
          <ac:chgData name="Jose Daniel Moya Moreno (293922)" userId="S::293922@student.pwr.edu.pl::78641f8e-f911-4eba-8aa7-15e04bc9483f" providerId="AD" clId="Web-{E8871D91-A264-9E85-D6AD-C1C2C7556F64}" dt="2026-04-12T10:54:33.904" v="1736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3.936" v="1737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3.982" v="1738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4.014" v="173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4.045" v="174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4.076" v="1741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4.107" v="1742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E8871D91-A264-9E85-D6AD-C1C2C7556F64}" dt="2026-04-12T10:54:34.139" v="1743" actId="1076"/>
          <ac:spMkLst>
            <pc:docMk/>
            <pc:sldMk cId="0" sldId="261"/>
            <ac:spMk id="15" creationId="{00000000-0000-0000-0000-000000000000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48:09.653" v="1496"/>
          <ac:spMkLst>
            <pc:docMk/>
            <pc:sldMk cId="0" sldId="261"/>
            <ac:spMk id="17" creationId="{3CFEBAB1-FFBE-3384-864B-543D1C2E7DCE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48:22.201" v="1504"/>
          <ac:spMkLst>
            <pc:docMk/>
            <pc:sldMk cId="0" sldId="261"/>
            <ac:spMk id="18" creationId="{43DB1032-C974-4443-31FA-E8A0A49F0DDA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48:56.108" v="1528"/>
          <ac:spMkLst>
            <pc:docMk/>
            <pc:sldMk cId="0" sldId="261"/>
            <ac:spMk id="19" creationId="{2D0981DD-BBA3-7E45-8AFC-58900576FE90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49:17.968" v="1550"/>
          <ac:spMkLst>
            <pc:docMk/>
            <pc:sldMk cId="0" sldId="261"/>
            <ac:spMk id="20" creationId="{47AF9530-8D3B-97F3-13C1-2BEC03CECF2C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49:24.577" v="1556"/>
          <ac:spMkLst>
            <pc:docMk/>
            <pc:sldMk cId="0" sldId="261"/>
            <ac:spMk id="21" creationId="{13E42973-56B4-D6BE-F41E-455D0AEBD7B9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50:07.703" v="1588"/>
          <ac:spMkLst>
            <pc:docMk/>
            <pc:sldMk cId="0" sldId="261"/>
            <ac:spMk id="22" creationId="{4F2F10D8-25B5-EEBF-4BE3-B3FFADC85338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50:46.782" v="1625"/>
          <ac:spMkLst>
            <pc:docMk/>
            <pc:sldMk cId="0" sldId="261"/>
            <ac:spMk id="23" creationId="{777B3933-1963-F15A-5467-FB6ACEA4AA90}"/>
          </ac:spMkLst>
        </pc:spChg>
        <pc:spChg chg="add del mod">
          <ac:chgData name="Jose Daniel Moya Moreno (293922)" userId="S::293922@student.pwr.edu.pl::78641f8e-f911-4eba-8aa7-15e04bc9483f" providerId="AD" clId="Web-{E8871D91-A264-9E85-D6AD-C1C2C7556F64}" dt="2026-04-12T10:52:10.085" v="1661"/>
          <ac:spMkLst>
            <pc:docMk/>
            <pc:sldMk cId="0" sldId="261"/>
            <ac:spMk id="24" creationId="{10C8BF07-4844-5AD3-3771-9CDD02060CFA}"/>
          </ac:spMkLst>
        </pc:spChg>
        <pc:graphicFrameChg chg="mod modGraphic">
          <ac:chgData name="Jose Daniel Moya Moreno (293922)" userId="S::293922@student.pwr.edu.pl::78641f8e-f911-4eba-8aa7-15e04bc9483f" providerId="AD" clId="Web-{E8871D91-A264-9E85-D6AD-C1C2C7556F64}" dt="2026-04-12T12:01:33.332" v="2003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 modNotes">
        <pc:chgData name="Jose Daniel Moya Moreno (293922)" userId="S::293922@student.pwr.edu.pl::78641f8e-f911-4eba-8aa7-15e04bc9483f" providerId="AD" clId="Web-{E8871D91-A264-9E85-D6AD-C1C2C7556F64}" dt="2026-04-12T12:03:44.771" v="2075"/>
        <pc:sldMkLst>
          <pc:docMk/>
          <pc:sldMk cId="0" sldId="262"/>
        </pc:sldMkLst>
        <pc:spChg chg="mod">
          <ac:chgData name="Jose Daniel Moya Moreno (293922)" userId="S::293922@student.pwr.edu.pl::78641f8e-f911-4eba-8aa7-15e04bc9483f" providerId="AD" clId="Web-{E8871D91-A264-9E85-D6AD-C1C2C7556F64}" dt="2026-04-12T11:50:10.391" v="1881" actId="14100"/>
          <ac:spMkLst>
            <pc:docMk/>
            <pc:sldMk cId="0" sldId="262"/>
            <ac:spMk id="2" creationId="{00000000-0000-0000-0000-000000000000}"/>
          </ac:spMkLst>
        </pc:spChg>
        <pc:picChg chg="del mod">
          <ac:chgData name="Jose Daniel Moya Moreno (293922)" userId="S::293922@student.pwr.edu.pl::78641f8e-f911-4eba-8aa7-15e04bc9483f" providerId="AD" clId="Web-{E8871D91-A264-9E85-D6AD-C1C2C7556F64}" dt="2026-04-12T11:38:57.705" v="1851"/>
          <ac:picMkLst>
            <pc:docMk/>
            <pc:sldMk cId="0" sldId="262"/>
            <ac:picMk id="7" creationId="{00000000-0000-0000-0000-000000000000}"/>
          </ac:picMkLst>
        </pc:picChg>
        <pc:picChg chg="add del mod">
          <ac:chgData name="Jose Daniel Moya Moreno (293922)" userId="S::293922@student.pwr.edu.pl::78641f8e-f911-4eba-8aa7-15e04bc9483f" providerId="AD" clId="Web-{E8871D91-A264-9E85-D6AD-C1C2C7556F64}" dt="2026-04-12T11:40:22.284" v="1860"/>
          <ac:picMkLst>
            <pc:docMk/>
            <pc:sldMk cId="0" sldId="262"/>
            <ac:picMk id="10" creationId="{3E2426AA-8B62-44BD-FB78-16AB428FEEF4}"/>
          </ac:picMkLst>
        </pc:picChg>
        <pc:picChg chg="add del mod">
          <ac:chgData name="Jose Daniel Moya Moreno (293922)" userId="S::293922@student.pwr.edu.pl::78641f8e-f911-4eba-8aa7-15e04bc9483f" providerId="AD" clId="Web-{E8871D91-A264-9E85-D6AD-C1C2C7556F64}" dt="2026-04-12T11:43:20.897" v="1864"/>
          <ac:picMkLst>
            <pc:docMk/>
            <pc:sldMk cId="0" sldId="262"/>
            <ac:picMk id="11" creationId="{10A0CABE-79DB-1EBF-1098-790E4989E646}"/>
          </ac:picMkLst>
        </pc:picChg>
        <pc:picChg chg="add del mod">
          <ac:chgData name="Jose Daniel Moya Moreno (293922)" userId="S::293922@student.pwr.edu.pl::78641f8e-f911-4eba-8aa7-15e04bc9483f" providerId="AD" clId="Web-{E8871D91-A264-9E85-D6AD-C1C2C7556F64}" dt="2026-04-12T11:43:45.757" v="1866"/>
          <ac:picMkLst>
            <pc:docMk/>
            <pc:sldMk cId="0" sldId="262"/>
            <ac:picMk id="12" creationId="{E3D37A22-1FA5-B5B2-F4CD-0D2EDA879201}"/>
          </ac:picMkLst>
        </pc:picChg>
        <pc:picChg chg="add del mod">
          <ac:chgData name="Jose Daniel Moya Moreno (293922)" userId="S::293922@student.pwr.edu.pl::78641f8e-f911-4eba-8aa7-15e04bc9483f" providerId="AD" clId="Web-{E8871D91-A264-9E85-D6AD-C1C2C7556F64}" dt="2026-04-12T11:45:31.354" v="1868"/>
          <ac:picMkLst>
            <pc:docMk/>
            <pc:sldMk cId="0" sldId="262"/>
            <ac:picMk id="13" creationId="{7A8E4A82-1804-EE45-82A5-9BD0D5F27388}"/>
          </ac:picMkLst>
        </pc:picChg>
        <pc:picChg chg="add del mod">
          <ac:chgData name="Jose Daniel Moya Moreno (293922)" userId="S::293922@student.pwr.edu.pl::78641f8e-f911-4eba-8aa7-15e04bc9483f" providerId="AD" clId="Web-{E8871D91-A264-9E85-D6AD-C1C2C7556F64}" dt="2026-04-12T11:47:49.295" v="1871"/>
          <ac:picMkLst>
            <pc:docMk/>
            <pc:sldMk cId="0" sldId="262"/>
            <ac:picMk id="14" creationId="{914005E7-2E6C-42AD-3B18-62F25187E287}"/>
          </ac:picMkLst>
        </pc:picChg>
        <pc:picChg chg="add mod">
          <ac:chgData name="Jose Daniel Moya Moreno (293922)" userId="S::293922@student.pwr.edu.pl::78641f8e-f911-4eba-8aa7-15e04bc9483f" providerId="AD" clId="Web-{E8871D91-A264-9E85-D6AD-C1C2C7556F64}" dt="2026-04-12T11:50:06.922" v="1880" actId="14100"/>
          <ac:picMkLst>
            <pc:docMk/>
            <pc:sldMk cId="0" sldId="262"/>
            <ac:picMk id="15" creationId="{0C018443-DD03-6B77-D599-EA550303CC49}"/>
          </ac:picMkLst>
        </pc:picChg>
      </pc:sldChg>
      <pc:sldChg chg="modNotes">
        <pc:chgData name="Jose Daniel Moya Moreno (293922)" userId="S::293922@student.pwr.edu.pl::78641f8e-f911-4eba-8aa7-15e04bc9483f" providerId="AD" clId="Web-{E8871D91-A264-9E85-D6AD-C1C2C7556F64}" dt="2026-04-12T12:06:41.366" v="2167"/>
        <pc:sldMkLst>
          <pc:docMk/>
          <pc:sldMk cId="0" sldId="263"/>
        </pc:sldMkLst>
      </pc:sldChg>
      <pc:sldChg chg="modSp">
        <pc:chgData name="Jose Daniel Moya Moreno (293922)" userId="S::293922@student.pwr.edu.pl::78641f8e-f911-4eba-8aa7-15e04bc9483f" providerId="AD" clId="Web-{E8871D91-A264-9E85-D6AD-C1C2C7556F64}" dt="2026-04-12T08:27:50.108" v="54" actId="20577"/>
        <pc:sldMkLst>
          <pc:docMk/>
          <pc:sldMk cId="0" sldId="270"/>
        </pc:sldMkLst>
        <pc:spChg chg="mod">
          <ac:chgData name="Jose Daniel Moya Moreno (293922)" userId="S::293922@student.pwr.edu.pl::78641f8e-f911-4eba-8aa7-15e04bc9483f" providerId="AD" clId="Web-{E8871D91-A264-9E85-D6AD-C1C2C7556F64}" dt="2026-04-12T08:27:50.108" v="54" actId="20577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support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Enterp. Architect</c:v>
                </c:pt>
                <c:pt idx="1">
                  <c:v>Visual Paradigm</c:v>
                </c:pt>
                <c:pt idx="2">
                  <c:v>Lucidchart</c:v>
                </c:pt>
                <c:pt idx="3">
                  <c:v>StarUML</c:v>
                </c:pt>
                <c:pt idx="4">
                  <c:v>draw.io</c:v>
                </c:pt>
                <c:pt idx="5">
                  <c:v>Modelio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7B-48D8-A03F-84143D93CA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 support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Enterp. Architect</c:v>
                </c:pt>
                <c:pt idx="1">
                  <c:v>Visual Paradigm</c:v>
                </c:pt>
                <c:pt idx="2">
                  <c:v>Lucidchart</c:v>
                </c:pt>
                <c:pt idx="3">
                  <c:v>StarUML</c:v>
                </c:pt>
                <c:pt idx="4">
                  <c:v>draw.io</c:v>
                </c:pt>
                <c:pt idx="5">
                  <c:v>Modelio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7B-48D8-A03F-84143D93CA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supported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Enterp. Architect</c:v>
                </c:pt>
                <c:pt idx="1">
                  <c:v>Visual Paradigm</c:v>
                </c:pt>
                <c:pt idx="2">
                  <c:v>Lucidchart</c:v>
                </c:pt>
                <c:pt idx="3">
                  <c:v>StarUML</c:v>
                </c:pt>
                <c:pt idx="4">
                  <c:v>draw.io</c:v>
                </c:pt>
                <c:pt idx="5">
                  <c:v>Modelio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7B-48D8-A03F-84143D93C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Architect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B6-4789-9A56-8FAC786211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 Paradigm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B6-4789-9A56-8FAC786211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Lucidchart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B6-4789-9A56-8FAC786211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StarUML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B6-4789-9A56-8FAC7862118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draw.io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B6-4789-9A56-8FAC7862118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Modelio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Ease of Learning</c:v>
                </c:pt>
                <c:pt idx="1">
                  <c:v>UI Quality</c:v>
                </c:pt>
                <c:pt idx="2">
                  <c:v>Collaboration</c:v>
                </c:pt>
                <c:pt idx="3">
                  <c:v>Help &amp; Docs</c:v>
                </c:pt>
                <c:pt idx="4">
                  <c:v>Performance</c:v>
                </c:pt>
                <c:pt idx="5">
                  <c:v>Value for Cost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EB6-4789-9A56-8FAC786211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75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everyone, my name is Jose Daniel, and my colleague Álvaro we’re diving into Topic 3 of our course: a Comparative Analysis of System Modeling Software.</a:t>
            </a:r>
          </a:p>
          <a:p>
            <a:endParaRPr lang="en-US" b="1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presentation will be </a:t>
            </a:r>
            <a:r>
              <a:rPr lang="en-US" err="1"/>
              <a:t>splited</a:t>
            </a:r>
            <a:r>
              <a:rPr lang="en-US"/>
              <a:t> into two main parts. </a:t>
            </a:r>
          </a:p>
          <a:p>
            <a:r>
              <a:rPr lang="en-US"/>
              <a:t>I’ll cover the </a:t>
            </a:r>
            <a:r>
              <a:rPr lang="en-US" b="1"/>
              <a:t>Functionality Specification</a:t>
            </a:r>
            <a:r>
              <a:rPr lang="en-US"/>
              <a:t>. </a:t>
            </a:r>
          </a:p>
          <a:p>
            <a:r>
              <a:rPr lang="en-US"/>
              <a:t>This includes identifying </a:t>
            </a:r>
            <a:r>
              <a:rPr lang="en-US" b="1"/>
              <a:t>user needs</a:t>
            </a:r>
            <a:r>
              <a:rPr lang="en-US"/>
              <a:t>, listing the </a:t>
            </a:r>
            <a:r>
              <a:rPr lang="en-US" b="1"/>
              <a:t>software functionalities </a:t>
            </a:r>
            <a:r>
              <a:rPr lang="en-US"/>
              <a:t>using the </a:t>
            </a:r>
            <a:r>
              <a:rPr lang="en-US" b="1" err="1"/>
              <a:t>MoSCoW</a:t>
            </a:r>
            <a:r>
              <a:rPr lang="en-US" b="1"/>
              <a:t> model</a:t>
            </a:r>
            <a:r>
              <a:rPr lang="en-US"/>
              <a:t> and, finally, a </a:t>
            </a:r>
            <a:r>
              <a:rPr lang="en-US" b="1"/>
              <a:t>Use Case diagram</a:t>
            </a:r>
            <a:r>
              <a:rPr lang="en-US"/>
              <a:t> to see how it all fits together.</a:t>
            </a:r>
          </a:p>
          <a:p>
            <a:endParaRPr lang="en-US"/>
          </a:p>
          <a:p>
            <a:r>
              <a:rPr lang="en-US"/>
              <a:t>Then, in Part II, Álvaro will present the </a:t>
            </a:r>
            <a:r>
              <a:rPr lang="en-US" b="1"/>
              <a:t>Comparative </a:t>
            </a:r>
            <a:r>
              <a:rPr lang="en-US" b="1">
                <a:solidFill>
                  <a:srgbClr val="000000"/>
                </a:solidFill>
              </a:rPr>
              <a:t>Analysis</a:t>
            </a:r>
            <a:r>
              <a:rPr lang="en-US">
                <a:solidFill>
                  <a:srgbClr val="000000"/>
                </a:solidFill>
              </a:rPr>
              <a:t>. </a:t>
            </a:r>
          </a:p>
          <a:p>
            <a:r>
              <a:rPr lang="en-US">
                <a:solidFill>
                  <a:srgbClr val="000000"/>
                </a:solidFill>
              </a:rPr>
              <a:t>He’ll look at </a:t>
            </a:r>
            <a:r>
              <a:rPr lang="en-US" b="1">
                <a:solidFill>
                  <a:srgbClr val="000000"/>
                </a:solidFill>
              </a:rPr>
              <a:t>6 specific tools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b="1">
                <a:solidFill>
                  <a:srgbClr val="000000"/>
                </a:solidFill>
              </a:rPr>
              <a:t>compare </a:t>
            </a:r>
            <a:r>
              <a:rPr lang="en-US">
                <a:solidFill>
                  <a:srgbClr val="000000"/>
                </a:solidFill>
              </a:rPr>
              <a:t>them in a </a:t>
            </a:r>
            <a:r>
              <a:rPr lang="en-US" b="1">
                <a:solidFill>
                  <a:srgbClr val="000000"/>
                </a:solidFill>
              </a:rPr>
              <a:t>matrix</a:t>
            </a:r>
            <a:r>
              <a:rPr lang="en-US">
                <a:solidFill>
                  <a:srgbClr val="000000"/>
                </a:solidFill>
              </a:rPr>
              <a:t>, and give us a </a:t>
            </a:r>
            <a:r>
              <a:rPr lang="en-US" b="1">
                <a:solidFill>
                  <a:srgbClr val="000000"/>
                </a:solidFill>
              </a:rPr>
              <a:t>critical analysis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So, let’s start with the </a:t>
            </a:r>
            <a:r>
              <a:rPr lang="en-US" b="1"/>
              <a:t>first part</a:t>
            </a:r>
            <a:r>
              <a:rPr lang="en-US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we look at the table, I want to clarify that the </a:t>
            </a:r>
            <a:r>
              <a:rPr lang="en-US" b="1"/>
              <a:t>User Need </a:t>
            </a:r>
            <a:r>
              <a:rPr lang="en-US"/>
              <a:t>is</a:t>
            </a:r>
            <a:r>
              <a:rPr lang="en-US" b="1"/>
              <a:t> </a:t>
            </a:r>
            <a:r>
              <a:rPr lang="en-US"/>
              <a:t>the 'goal' or 'problem' the user has and the </a:t>
            </a:r>
            <a:r>
              <a:rPr lang="en-US" b="1"/>
              <a:t>Software Functionality, </a:t>
            </a:r>
            <a:r>
              <a:rPr lang="en-US"/>
              <a:t>which is the 'solution' to it.</a:t>
            </a:r>
          </a:p>
          <a:p>
            <a:endParaRPr lang="en-US"/>
          </a:p>
          <a:p>
            <a:r>
              <a:rPr lang="en-US" b="1"/>
              <a:t>1. The Creative Workspace (N1, N2 and N3 )</a:t>
            </a:r>
            <a:endParaRPr lang="en-US"/>
          </a:p>
          <a:p>
            <a:r>
              <a:rPr lang="en-US"/>
              <a:t>The architect needs starting fast and staying flexible. </a:t>
            </a:r>
          </a:p>
          <a:p>
            <a:r>
              <a:rPr lang="en-US"/>
              <a:t>Using </a:t>
            </a:r>
            <a:r>
              <a:rPr lang="en-US" b="1"/>
              <a:t>Standardized Templates</a:t>
            </a:r>
            <a:r>
              <a:rPr lang="en-US"/>
              <a:t> avoids the blank page, and an </a:t>
            </a:r>
            <a:r>
              <a:rPr lang="en-US" b="1"/>
              <a:t>Intuitive, Dynamic Canvas</a:t>
            </a:r>
            <a:r>
              <a:rPr lang="en-US"/>
              <a:t> allow him to move and stylize elements.</a:t>
            </a:r>
          </a:p>
          <a:p>
            <a:endParaRPr lang="en-US"/>
          </a:p>
          <a:p>
            <a:r>
              <a:rPr lang="en-US" b="1"/>
              <a:t>2. Quality &amp; Communication (N4)</a:t>
            </a:r>
            <a:endParaRPr lang="en-US"/>
          </a:p>
          <a:p>
            <a:r>
              <a:rPr lang="en-US"/>
              <a:t>Users need </a:t>
            </a:r>
            <a:r>
              <a:rPr lang="en-US" b="1"/>
              <a:t>Design Accuracy, </a:t>
            </a:r>
            <a:r>
              <a:rPr lang="en-US"/>
              <a:t>a 'safety net' that catches errors automatically. </a:t>
            </a:r>
          </a:p>
          <a:p>
            <a:endParaRPr lang="en-US"/>
          </a:p>
          <a:p>
            <a:r>
              <a:rPr lang="en-US" b="1"/>
              <a:t>3. Collaboration &amp; Data Safety (N5, N6 and N7)</a:t>
            </a:r>
            <a:endParaRPr lang="en-US"/>
          </a:p>
          <a:p>
            <a:r>
              <a:rPr lang="en-US"/>
              <a:t>In distributed teams, </a:t>
            </a:r>
            <a:r>
              <a:rPr lang="en-US" b="1"/>
              <a:t>Real-Time Collaboration</a:t>
            </a:r>
            <a:r>
              <a:rPr lang="en-US"/>
              <a:t> and </a:t>
            </a:r>
            <a:r>
              <a:rPr lang="en-US" b="1"/>
              <a:t>Integrated Chat</a:t>
            </a:r>
            <a:r>
              <a:rPr lang="en-US"/>
              <a:t> are essential for making design decisions together. </a:t>
            </a:r>
          </a:p>
          <a:p>
            <a:r>
              <a:rPr lang="en-US"/>
              <a:t>Because we are working online, </a:t>
            </a:r>
            <a:r>
              <a:rPr lang="en-US" b="1"/>
              <a:t>Data Persistence (or Autosave)</a:t>
            </a:r>
            <a:r>
              <a:rPr lang="en-US"/>
              <a:t> prevent any work loss.</a:t>
            </a:r>
          </a:p>
          <a:p>
            <a:endParaRPr lang="en-US"/>
          </a:p>
          <a:p>
            <a:r>
              <a:rPr lang="en-US" b="1"/>
              <a:t>4. Speed &amp; Evolution (N8, N9 and N10)</a:t>
            </a:r>
            <a:endParaRPr lang="en-US"/>
          </a:p>
          <a:p>
            <a:r>
              <a:rPr lang="en-US"/>
              <a:t>Once the model is correct, </a:t>
            </a:r>
            <a:r>
              <a:rPr lang="en-US" b="1"/>
              <a:t>Documentation Export</a:t>
            </a:r>
            <a:r>
              <a:rPr lang="en-US"/>
              <a:t> ensures that stakeholders can read the design in simple formats like PDF or PNG.</a:t>
            </a:r>
          </a:p>
          <a:p>
            <a:r>
              <a:rPr lang="en-US"/>
              <a:t>For the </a:t>
            </a:r>
            <a:r>
              <a:rPr lang="en-US" b="1"/>
              <a:t>Developer</a:t>
            </a:r>
            <a:r>
              <a:rPr lang="en-US"/>
              <a:t>, we need </a:t>
            </a:r>
            <a:r>
              <a:rPr lang="en-US" b="1"/>
              <a:t>Automated Code Creation</a:t>
            </a:r>
            <a:r>
              <a:rPr lang="en-US"/>
              <a:t> to turn diagrams into code skeletons instantly. </a:t>
            </a:r>
          </a:p>
          <a:p>
            <a:r>
              <a:rPr lang="en-US"/>
              <a:t>For long-term projects, </a:t>
            </a:r>
            <a:r>
              <a:rPr lang="en-US" b="1"/>
              <a:t>Version History</a:t>
            </a:r>
            <a:r>
              <a:rPr lang="en-US"/>
              <a:t> allows the team to track how the architecture has evolved and audit changes over time.</a:t>
            </a:r>
          </a:p>
          <a:p>
            <a:endParaRPr lang="en-US">
              <a:cs typeface="+mn-lt"/>
            </a:endParaRPr>
          </a:p>
          <a:p>
            <a:r>
              <a:rPr lang="en-US" i="1"/>
              <a:t>With these 10 goals defined, let's look at the Functionality Catalog to see the specific tools we've prioritized to meet them.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we move from the 'what' to the 'how.' This catalog defines the technical solutions to our user needs, prioritized using the </a:t>
            </a:r>
            <a:r>
              <a:rPr lang="en-US" b="1" err="1"/>
              <a:t>MoSCoW</a:t>
            </a:r>
            <a:r>
              <a:rPr lang="en-US"/>
              <a:t> system. As a reminder: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Must Have (M):</a:t>
            </a:r>
            <a:r>
              <a:rPr lang="en-US"/>
              <a:t> Non-negotiable core requirements.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Should Have (S):</a:t>
            </a:r>
            <a:r>
              <a:rPr lang="en-US"/>
              <a:t> High-value, but not vital for the initial launch.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Could Have (C):</a:t>
            </a:r>
            <a:r>
              <a:rPr lang="en-US"/>
              <a:t> 'Nice-to-have' if time and budget allow.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Won't Have (W):</a:t>
            </a:r>
            <a:r>
              <a:rPr lang="en-US"/>
              <a:t> Explicitly out of scope for this version.</a:t>
            </a:r>
          </a:p>
          <a:p>
            <a:endParaRPr lang="en-US"/>
          </a:p>
          <a:p>
            <a:r>
              <a:rPr lang="en-US"/>
              <a:t>Our </a:t>
            </a:r>
            <a:r>
              <a:rPr lang="en-US" b="1"/>
              <a:t>Must-Haves</a:t>
            </a:r>
            <a:r>
              <a:rPr lang="en-US"/>
              <a:t> focus on the core modeling experience: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F1 &amp; F2 (The Engine):</a:t>
            </a:r>
            <a:r>
              <a:rPr lang="en-US"/>
              <a:t> We provide an </a:t>
            </a:r>
            <a:r>
              <a:rPr lang="en-US" b="1"/>
              <a:t>Intuitive Canvas</a:t>
            </a:r>
            <a:r>
              <a:rPr lang="en-US"/>
              <a:t> and the </a:t>
            </a:r>
            <a:r>
              <a:rPr lang="en-US" b="1"/>
              <a:t>Full UML Set</a:t>
            </a:r>
            <a:r>
              <a:rPr lang="en-US"/>
              <a:t>. This satisfies the need for a friendly UI and professional notation.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F3 (Export):</a:t>
            </a:r>
            <a:r>
              <a:rPr lang="en-US"/>
              <a:t> High-res exports in multiple formats to ensure stakeholders can see the work.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F4 (Error Detection):</a:t>
            </a:r>
            <a:r>
              <a:rPr lang="en-US"/>
              <a:t> This is our first </a:t>
            </a:r>
            <a:r>
              <a:rPr lang="en-US" b="1"/>
              <a:t>Should-Have</a:t>
            </a:r>
            <a:r>
              <a:rPr lang="en-US"/>
              <a:t>. It acts as the 'logic checker' to ensure the design follows technical rules.</a:t>
            </a:r>
            <a:endParaRPr lang="en-US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Next, we look at how the team works together and evolves:</a:t>
            </a:r>
          </a:p>
          <a:p>
            <a:pPr marL="171450" indent="-171450">
              <a:buFont typeface="Arial,Sans-Serif"/>
              <a:buChar char="•"/>
            </a:pPr>
            <a:r>
              <a:rPr lang="en-US" b="1"/>
              <a:t>F5 &amp; F6 (Team Safety):</a:t>
            </a:r>
            <a:r>
              <a:rPr lang="en-US"/>
              <a:t> We prioritize </a:t>
            </a:r>
            <a:r>
              <a:rPr lang="en-US" b="1"/>
              <a:t>Real-Time Collaboration</a:t>
            </a:r>
            <a:r>
              <a:rPr lang="en-US"/>
              <a:t> and </a:t>
            </a:r>
            <a:r>
              <a:rPr lang="en-US" b="1"/>
              <a:t>Automated Saving</a:t>
            </a:r>
            <a:r>
              <a:rPr lang="en-US"/>
              <a:t>. These ensure that distributed teams can work together without losing a single change.</a:t>
            </a:r>
          </a:p>
          <a:p>
            <a:pPr marL="171450" indent="-171450">
              <a:buFont typeface="Arial,Sans-Serif"/>
              <a:buChar char="•"/>
            </a:pPr>
            <a:r>
              <a:rPr lang="en-US" b="1"/>
              <a:t>F7 (Automation):</a:t>
            </a:r>
            <a:r>
              <a:rPr lang="en-US"/>
              <a:t> A </a:t>
            </a:r>
            <a:r>
              <a:rPr lang="en-US" b="1"/>
              <a:t>Could-Have</a:t>
            </a:r>
            <a:r>
              <a:rPr lang="en-US"/>
              <a:t> that turns diagrams into code skeletons, saving developers significant time.</a:t>
            </a:r>
          </a:p>
          <a:p>
            <a:pPr marL="171450" indent="-171450">
              <a:buFont typeface="Arial,Sans-Serif"/>
              <a:buChar char="•"/>
            </a:pPr>
            <a:r>
              <a:rPr lang="en-US" b="1"/>
              <a:t>F8 &amp; F9 (Management):</a:t>
            </a:r>
            <a:r>
              <a:rPr lang="en-US"/>
              <a:t> Integrated </a:t>
            </a:r>
            <a:r>
              <a:rPr lang="en-US" b="1"/>
              <a:t>Chat</a:t>
            </a:r>
            <a:r>
              <a:rPr lang="en-US"/>
              <a:t> and </a:t>
            </a:r>
            <a:r>
              <a:rPr lang="en-US" b="1"/>
              <a:t>Version Tracking</a:t>
            </a:r>
            <a:r>
              <a:rPr lang="en-US"/>
              <a:t> allow the team to discuss decisions and audit the history of the architecture.</a:t>
            </a:r>
          </a:p>
          <a:p>
            <a:pPr marL="171450" indent="-171450">
              <a:buFont typeface="Arial,Sans-Serif"/>
              <a:buChar char="•"/>
            </a:pPr>
            <a:r>
              <a:rPr lang="en-US" b="1"/>
              <a:t>F10 (Templates):</a:t>
            </a:r>
            <a:r>
              <a:rPr lang="en-US"/>
              <a:t> While users like templates, we've marked this as </a:t>
            </a:r>
            <a:r>
              <a:rPr lang="en-US" b="1"/>
              <a:t>Won't Have</a:t>
            </a:r>
            <a:r>
              <a:rPr lang="en-US"/>
              <a:t>. We want to focus our current resources on the custom engineering tools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Finally, here we have depicted how the requirements into this UML Use Case Diagram. </a:t>
            </a:r>
          </a:p>
          <a:p>
            <a:r>
              <a:rPr lang="en-US"/>
              <a:t>This is the bird's-eye view of how three actors (the Architect, the Project Manager and the Developer interact with the system.</a:t>
            </a:r>
          </a:p>
          <a:p>
            <a:endParaRPr lang="en-US"/>
          </a:p>
          <a:p>
            <a:r>
              <a:rPr lang="en-US"/>
              <a:t>On the left, you see the </a:t>
            </a:r>
            <a:r>
              <a:rPr lang="en-US" b="1"/>
              <a:t>Architect</a:t>
            </a:r>
            <a:r>
              <a:rPr lang="en-US"/>
              <a:t> and </a:t>
            </a:r>
            <a:r>
              <a:rPr lang="en-US" b="1"/>
              <a:t>Analyst</a:t>
            </a:r>
            <a:r>
              <a:rPr lang="en-US"/>
              <a:t> driving the creation process. Notice that </a:t>
            </a:r>
            <a:r>
              <a:rPr lang="en-US" b="1"/>
              <a:t>Create/Edit Diagram</a:t>
            </a:r>
            <a:r>
              <a:rPr lang="en-US"/>
              <a:t> has two mandatory &lt;&lt;Include&gt;&gt; relationships. This means that every time a user edits, the system is simultaneously running </a:t>
            </a:r>
            <a:r>
              <a:rPr lang="en-US" b="1"/>
              <a:t>Model Error Detection</a:t>
            </a:r>
            <a:r>
              <a:rPr lang="en-US"/>
              <a:t> and </a:t>
            </a:r>
            <a:r>
              <a:rPr lang="en-US" b="1"/>
              <a:t>Automated Saving</a:t>
            </a:r>
            <a:r>
              <a:rPr lang="en-US"/>
              <a:t>. This ensures design accuracy and data safety are baked into the workflow, not added as an afterthought</a:t>
            </a:r>
          </a:p>
          <a:p>
            <a:endParaRPr lang="en-US"/>
          </a:p>
          <a:p>
            <a:r>
              <a:rPr lang="en-US"/>
              <a:t>In the center, we highlight the social aspect of modeling. </a:t>
            </a:r>
            <a:r>
              <a:rPr lang="en-US" b="1"/>
              <a:t>Real-Time Collaboration</a:t>
            </a:r>
            <a:r>
              <a:rPr lang="en-US"/>
              <a:t> is a shared hub for all roles. We’ve used the &lt;&lt;Extend&gt;&gt; relationship for the </a:t>
            </a:r>
            <a:r>
              <a:rPr lang="en-US" b="1"/>
              <a:t>Integrated Team Chat</a:t>
            </a:r>
            <a:r>
              <a:rPr lang="en-US"/>
              <a:t>, showing it’s an optional but highly contextual tool used to discuss design decisions in the moment.</a:t>
            </a:r>
          </a:p>
          <a:p>
            <a:endParaRPr lang="en-US"/>
          </a:p>
          <a:p>
            <a:r>
              <a:rPr lang="en-US"/>
              <a:t>Finally, we have the 'Production' side of the software: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Developer</a:t>
            </a:r>
            <a:r>
              <a:rPr lang="en-US"/>
              <a:t> connects to </a:t>
            </a:r>
            <a:r>
              <a:rPr lang="en-US" b="1"/>
              <a:t>Code Creation</a:t>
            </a:r>
            <a:r>
              <a:rPr lang="en-US"/>
              <a:t>, fulfilling the need for rapid implementation.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All roles have access to </a:t>
            </a:r>
            <a:r>
              <a:rPr lang="en-US" b="1"/>
              <a:t>Exporting</a:t>
            </a:r>
            <a:r>
              <a:rPr lang="en-US"/>
              <a:t> and </a:t>
            </a:r>
            <a:r>
              <a:rPr lang="en-US" b="1"/>
              <a:t>History Tracking</a:t>
            </a:r>
            <a:r>
              <a:rPr lang="en-US"/>
              <a:t>, ensuring that the model isn't just a drawing, but a documented, version-controlled asset.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 you might be asking "How do the tools currently on the market meet these requirements?</a:t>
            </a:r>
          </a:p>
          <a:p>
            <a:r>
              <a:rPr lang="en-US"/>
              <a:t>Well, my colleague Álvaro will take you through the second part of this presentation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 Jose.</a:t>
            </a:r>
          </a:p>
          <a:p>
            <a:r>
              <a:rPr lang="en-US"/>
              <a:t>For this analysis we selected six tools that represent the full spectrum of the market:</a:t>
            </a:r>
          </a:p>
          <a:p>
            <a:pPr marL="171450" indent="-171450">
              <a:buFontTx/>
              <a:buChar char="-"/>
            </a:pPr>
            <a:r>
              <a:rPr lang="en-US" b="1"/>
              <a:t>commercial</a:t>
            </a:r>
            <a:r>
              <a:rPr lang="en-US"/>
              <a:t> platforms</a:t>
            </a:r>
          </a:p>
          <a:p>
            <a:pPr marL="171450" indent="-171450">
              <a:buFontTx/>
              <a:buChar char="-"/>
            </a:pPr>
            <a:r>
              <a:rPr lang="en-US" b="1"/>
              <a:t>freemium</a:t>
            </a:r>
            <a:r>
              <a:rPr lang="en-US"/>
              <a:t> web tools, and</a:t>
            </a:r>
          </a:p>
          <a:p>
            <a:pPr marL="171450" indent="-171450">
              <a:buFontTx/>
              <a:buChar char="-"/>
            </a:pPr>
            <a:r>
              <a:rPr lang="en-US"/>
              <a:t>completely free </a:t>
            </a:r>
            <a:r>
              <a:rPr lang="en-US" b="1"/>
              <a:t>open-source</a:t>
            </a:r>
            <a:r>
              <a:rPr lang="en-US"/>
              <a:t> solutions.</a:t>
            </a:r>
          </a:p>
          <a:p>
            <a:pPr marL="0" indent="0">
              <a:buFontTx/>
              <a:buNone/>
            </a:pPr>
            <a:endParaRPr lang="en-US"/>
          </a:p>
          <a:p>
            <a:pPr marL="0" indent="0">
              <a:buFontTx/>
              <a:buNone/>
            </a:pPr>
            <a:r>
              <a:rPr lang="en-US"/>
              <a:t>The selection criteria were:</a:t>
            </a:r>
          </a:p>
          <a:p>
            <a:pPr marL="171450" indent="-171450">
              <a:buFontTx/>
              <a:buChar char="-"/>
            </a:pPr>
            <a:r>
              <a:rPr lang="en-US"/>
              <a:t>active </a:t>
            </a:r>
            <a:r>
              <a:rPr lang="en-US" b="1"/>
              <a:t>maintenance</a:t>
            </a:r>
            <a:r>
              <a:rPr lang="en-US"/>
              <a:t> in this recent years,</a:t>
            </a:r>
          </a:p>
          <a:p>
            <a:pPr marL="171450" indent="-171450">
              <a:buFontTx/>
              <a:buChar char="-"/>
            </a:pPr>
            <a:r>
              <a:rPr lang="en-US"/>
              <a:t>UML 2.x compliance,</a:t>
            </a:r>
          </a:p>
          <a:p>
            <a:pPr marL="171450" indent="-171450">
              <a:buFontTx/>
              <a:buChar char="-"/>
            </a:pPr>
            <a:r>
              <a:rPr lang="en-US"/>
              <a:t>public accessibility, and</a:t>
            </a:r>
          </a:p>
          <a:p>
            <a:pPr marL="171450" indent="-171450">
              <a:buFontTx/>
              <a:buChar char="-"/>
            </a:pPr>
            <a:r>
              <a:rPr lang="en-US"/>
              <a:t>diversity of business models</a:t>
            </a:r>
          </a:p>
          <a:p>
            <a:pPr marL="0" indent="0">
              <a:buFontTx/>
              <a:buNone/>
            </a:pPr>
            <a:endParaRPr lang="en-US"/>
          </a:p>
          <a:p>
            <a:pPr marL="0" indent="0">
              <a:buFontTx/>
              <a:buNone/>
            </a:pPr>
            <a:r>
              <a:rPr lang="en-US"/>
              <a:t>Here you can see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matrix evaluates each tool against the same </a:t>
            </a:r>
            <a:r>
              <a:rPr lang="en-US" b="1"/>
              <a:t>F1 to F10 functionalities</a:t>
            </a:r>
            <a:r>
              <a:rPr lang="en-US"/>
              <a:t> my teammate just defined, rated as </a:t>
            </a:r>
            <a:r>
              <a:rPr lang="en-US" b="1"/>
              <a:t>Full</a:t>
            </a:r>
            <a:r>
              <a:rPr lang="en-US"/>
              <a:t>, </a:t>
            </a:r>
            <a:r>
              <a:rPr lang="en-US" b="1"/>
              <a:t>Partial</a:t>
            </a:r>
            <a:r>
              <a:rPr lang="en-US"/>
              <a:t>, or </a:t>
            </a:r>
            <a:r>
              <a:rPr lang="en-US" b="1"/>
              <a:t>None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the </a:t>
            </a:r>
            <a:r>
              <a:rPr lang="en-US" b="1"/>
              <a:t>core UML features</a:t>
            </a:r>
            <a:r>
              <a:rPr lang="en-US"/>
              <a:t> - F1 to F4 - Enterprise Architect, Visual Paradigm and </a:t>
            </a:r>
            <a:r>
              <a:rPr lang="en-US" err="1"/>
              <a:t>Modelio</a:t>
            </a:r>
            <a:r>
              <a:rPr lang="en-US"/>
              <a:t> come out on top, while draw.io has no UML notation support at all.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situation flips for </a:t>
            </a:r>
            <a:r>
              <a:rPr lang="en-US" b="1"/>
              <a:t>collaboration and saving</a:t>
            </a:r>
            <a:r>
              <a:rPr lang="en-US"/>
              <a:t>, F5 and F6, where web tools like Lucidchart and draw.io get Full marks, since that is what they were built for.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F8, Integrated Team Chat, is where </a:t>
            </a:r>
            <a:r>
              <a:rPr lang="en-US" b="1"/>
              <a:t>every tool shows its limits </a:t>
            </a:r>
            <a:r>
              <a:rPr lang="en-US"/>
              <a:t>- no tool does this fully, as it is </a:t>
            </a:r>
            <a:r>
              <a:rPr lang="en-US" b="1"/>
              <a:t>typically handled outside the modeling environment</a:t>
            </a:r>
            <a:r>
              <a:rPr lang="en-US"/>
              <a:t> in tools like Slack or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To make the </a:t>
            </a:r>
            <a:r>
              <a:rPr lang="en-US" b="1"/>
              <a:t>comparison objective</a:t>
            </a:r>
            <a:r>
              <a:rPr lang="en-US"/>
              <a:t>, we converted the matrix into a weighted score: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Full counts as 1 point, Partial as 0.5, and None as 0</a:t>
            </a:r>
            <a:r>
              <a:rPr lang="en-US"/>
              <a:t>, giving a score out of 10.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Visual Paradigm leads at 9.0, followed by Enterprise Architect at 8.0 and </a:t>
            </a:r>
            <a:r>
              <a:rPr lang="en-US" err="1"/>
              <a:t>Modelio</a:t>
            </a:r>
            <a:r>
              <a:rPr lang="en-US"/>
              <a:t> at 6.5 - impressive for a free tool.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Lucidchart, StarUML and draw.io sit in the lower half, confirming that while they are useful diagramming tools, they are </a:t>
            </a:r>
            <a:r>
              <a:rPr lang="en-US" b="1"/>
              <a:t>not built for formal UML system modeling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Beyond features, we </a:t>
            </a:r>
            <a:r>
              <a:rPr lang="en-US" b="1"/>
              <a:t>also evaluated each tool across six usability dimensions </a:t>
            </a:r>
            <a:r>
              <a:rPr lang="en-US"/>
              <a:t>on a scale of 1 to 5, based on G2, Capterra, official documentation, and hands-on evaluation.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pattern is largely the inverse of the previous slide: Lucidchart and draw.io score 5 on ease of learning and collaboration, while Enterprise Architect and </a:t>
            </a:r>
            <a:r>
              <a:rPr lang="en-US" err="1"/>
              <a:t>Modelio</a:t>
            </a:r>
            <a:r>
              <a:rPr lang="en-US"/>
              <a:t> lag at 3 due to their complexity.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Value for Cost, free tools naturally score highest, while Enterprise Architect scores just 2 given its expensive licensing.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key takeaway is a clear trade-off - </a:t>
            </a:r>
            <a:r>
              <a:rPr lang="en-US" b="1"/>
              <a:t>richer feature sets tend to mean steeper learning curves and higher cost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Let me now give a qualitative view of each tool.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Enterprise Architect </a:t>
            </a:r>
            <a:r>
              <a:rPr lang="en-US"/>
              <a:t>is the most </a:t>
            </a:r>
            <a:r>
              <a:rPr lang="en-US" b="1"/>
              <a:t>complete UML </a:t>
            </a:r>
            <a:r>
              <a:rPr lang="en-US"/>
              <a:t>tool on the market, ideal for </a:t>
            </a:r>
            <a:r>
              <a:rPr lang="en-US" b="1"/>
              <a:t>large enterprise projects</a:t>
            </a:r>
            <a:r>
              <a:rPr lang="en-US"/>
              <a:t>, but it has a </a:t>
            </a:r>
            <a:r>
              <a:rPr lang="en-US" b="1"/>
              <a:t>steep learning curve and expensive licensing</a:t>
            </a:r>
            <a:r>
              <a:rPr lang="en-US"/>
              <a:t> (&gt;220€).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Visual Paradigm </a:t>
            </a:r>
            <a:r>
              <a:rPr lang="en-US"/>
              <a:t>offers the </a:t>
            </a:r>
            <a:r>
              <a:rPr lang="en-US" b="1"/>
              <a:t>best</a:t>
            </a:r>
            <a:r>
              <a:rPr lang="en-US"/>
              <a:t> overall </a:t>
            </a:r>
            <a:r>
              <a:rPr lang="en-US" b="1"/>
              <a:t>balance</a:t>
            </a:r>
            <a:r>
              <a:rPr lang="en-US"/>
              <a:t> - strong UML support, modern interface, and real-time collaboration - though the subscription model adds up over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Lucidchart</a:t>
            </a:r>
            <a:r>
              <a:rPr lang="en-US"/>
              <a:t> is </a:t>
            </a:r>
            <a:r>
              <a:rPr lang="en-US" b="1"/>
              <a:t>outstanding for ease of use and team collaboration</a:t>
            </a:r>
            <a:r>
              <a:rPr lang="en-US"/>
              <a:t>, but it is </a:t>
            </a:r>
            <a:r>
              <a:rPr lang="en-US" b="1"/>
              <a:t>not a strict UML tool</a:t>
            </a:r>
            <a:r>
              <a:rPr lang="en-US"/>
              <a:t>: no XMI export, no code generation.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StarUML</a:t>
            </a:r>
            <a:r>
              <a:rPr lang="en-US"/>
              <a:t> is </a:t>
            </a:r>
            <a:r>
              <a:rPr lang="en-US" b="1"/>
              <a:t>lightweight</a:t>
            </a:r>
            <a:r>
              <a:rPr lang="en-US"/>
              <a:t> and good for </a:t>
            </a:r>
            <a:r>
              <a:rPr lang="en-US" b="1"/>
              <a:t>individual work</a:t>
            </a:r>
            <a:r>
              <a:rPr lang="en-US"/>
              <a:t> but </a:t>
            </a:r>
            <a:r>
              <a:rPr lang="en-US" b="1"/>
              <a:t>relies</a:t>
            </a:r>
            <a:r>
              <a:rPr lang="en-US"/>
              <a:t> heavily </a:t>
            </a:r>
            <a:r>
              <a:rPr lang="en-US" b="1"/>
              <a:t>on plugins and has no collaboration support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draw.io </a:t>
            </a:r>
            <a:r>
              <a:rPr lang="en-US"/>
              <a:t>is remarkable for a free tool, but it has </a:t>
            </a:r>
            <a:r>
              <a:rPr lang="en-US" b="1"/>
              <a:t>no model semantics or validation </a:t>
            </a:r>
            <a:r>
              <a:rPr lang="en-US"/>
              <a:t>- what you draw is just shapes.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Finally, </a:t>
            </a:r>
            <a:r>
              <a:rPr lang="en-US" b="1" err="1"/>
              <a:t>Modelio</a:t>
            </a:r>
            <a:r>
              <a:rPr lang="en-US"/>
              <a:t> is the </a:t>
            </a:r>
            <a:r>
              <a:rPr lang="en-US" b="1"/>
              <a:t>hidden gem</a:t>
            </a:r>
            <a:r>
              <a:rPr lang="en-US"/>
              <a:t>: fully free, </a:t>
            </a:r>
            <a:r>
              <a:rPr lang="en-US" b="1"/>
              <a:t>complete UML and BPMN support</a:t>
            </a:r>
            <a:r>
              <a:rPr lang="en-US"/>
              <a:t>, and direct Java code generation, at the cost of a </a:t>
            </a:r>
            <a:r>
              <a:rPr lang="en-US" b="1"/>
              <a:t>more complex interface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Bringing everything together,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/>
              <a:t>Visual Paradigm takes first place at 9.0 </a:t>
            </a:r>
            <a:r>
              <a:rPr lang="en-US"/>
              <a:t>- the </a:t>
            </a:r>
            <a:r>
              <a:rPr lang="en-US" b="1"/>
              <a:t>best combination </a:t>
            </a:r>
            <a:r>
              <a:rPr lang="en-US"/>
              <a:t>of features, usability, and collaboration.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/>
              <a:t>Enterprise Architect is a close second at 8.0</a:t>
            </a:r>
            <a:r>
              <a:rPr lang="en-US"/>
              <a:t>, the </a:t>
            </a:r>
            <a:r>
              <a:rPr lang="en-US" b="1"/>
              <a:t>most complete </a:t>
            </a:r>
            <a:r>
              <a:rPr lang="en-US"/>
              <a:t>tool technically but held back by cost and usability.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err="1"/>
              <a:t>Modelio</a:t>
            </a:r>
            <a:r>
              <a:rPr lang="en-US" b="1"/>
              <a:t> earns third at 6.5 </a:t>
            </a:r>
            <a:r>
              <a:rPr lang="en-US"/>
              <a:t>and deserves a special mention: full UML compliance and code generation at </a:t>
            </a:r>
            <a:r>
              <a:rPr lang="en-US" b="1"/>
              <a:t>zero cost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</a:t>
            </a:r>
            <a:r>
              <a:rPr lang="en-US" b="1"/>
              <a:t>recommendation</a:t>
            </a:r>
            <a:r>
              <a:rPr lang="en-US"/>
              <a:t> is that for IT project management contexts, </a:t>
            </a:r>
            <a:r>
              <a:rPr lang="en-US" b="1"/>
              <a:t>Visual Paradigm offers the best cost-benefit ratio</a:t>
            </a:r>
            <a:r>
              <a:rPr lang="en-US"/>
              <a:t>, and </a:t>
            </a:r>
            <a:r>
              <a:rPr lang="en-US" b="1"/>
              <a:t>for budget-constrained teams, </a:t>
            </a:r>
            <a:r>
              <a:rPr lang="en-US" b="1" err="1"/>
              <a:t>Modelio</a:t>
            </a:r>
            <a:r>
              <a:rPr lang="en-US" b="1"/>
              <a:t> </a:t>
            </a:r>
            <a:r>
              <a:rPr lang="en-US"/>
              <a:t>is the right answer.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And that brings us to the end.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Part I, Jose defined what </a:t>
            </a:r>
            <a:r>
              <a:rPr lang="en-US" b="1"/>
              <a:t>users truly need from a modeling tool and translated those needs into a </a:t>
            </a:r>
            <a:r>
              <a:rPr lang="en-US" b="1" err="1"/>
              <a:t>prioritised</a:t>
            </a:r>
            <a:r>
              <a:rPr lang="en-US" b="1"/>
              <a:t> catalogue using the </a:t>
            </a:r>
            <a:r>
              <a:rPr lang="en-US" b="1" err="1"/>
              <a:t>MoSCoW</a:t>
            </a:r>
            <a:r>
              <a:rPr lang="en-US" b="1"/>
              <a:t> model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Part II, I </a:t>
            </a:r>
            <a:r>
              <a:rPr lang="en-US" b="1"/>
              <a:t>compared six real tools against those exact criteria to arrive at a clear, justified recommendation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We hope this analysis gives you a practical framework to </a:t>
            </a:r>
            <a:r>
              <a:rPr lang="en-US" b="1"/>
              <a:t>choose</a:t>
            </a:r>
            <a:r>
              <a:rPr lang="en-US"/>
              <a:t> the right tool depending on your </a:t>
            </a:r>
            <a:r>
              <a:rPr lang="en-US" b="1"/>
              <a:t>project scale, team needs, and budget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Thank you very much for your attention - we are happy to take any questions.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B53E8C0-32EF-A02B-F8DD-C53CF5CB4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0653" y="4910052"/>
            <a:ext cx="477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‹Nº›</a:t>
            </a:r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6B001B8-958C-331E-BDBC-39184383F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0653" y="4910052"/>
            <a:ext cx="477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‹Nº›</a:t>
            </a: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-1463040"/>
            <a:ext cx="4389120" cy="4389120"/>
          </a:xfrm>
          <a:prstGeom prst="ellipse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406640" y="-914400"/>
            <a:ext cx="3108960" cy="3108960"/>
          </a:xfrm>
          <a:prstGeom prst="ellipse">
            <a:avLst/>
          </a:prstGeom>
          <a:solidFill>
            <a:srgbClr val="163552"/>
          </a:solidFill>
          <a:ln w="12700">
            <a:solidFill>
              <a:srgbClr val="1635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325526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IT Project Management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3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>
                <a:solidFill>
                  <a:srgbClr val="9EC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 of</a:t>
            </a:r>
            <a:endParaRPr lang="en-US" sz="330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Modeling Software</a:t>
            </a:r>
            <a:endParaRPr lang="en-US" sz="3800"/>
          </a:p>
        </p:txBody>
      </p:sp>
      <p:sp>
        <p:nvSpPr>
          <p:cNvPr id="10" name="Shape 8"/>
          <p:cNvSpPr/>
          <p:nvPr/>
        </p:nvSpPr>
        <p:spPr>
          <a:xfrm>
            <a:off x="457200" y="2889504"/>
            <a:ext cx="530352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Daniel Moya  |  Álvaro Puebla Ruisánchez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April 2026  |  Wrocław University of Science and Technology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Structure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Functionality Specification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1.  User Needs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2. Software Functionality (</a:t>
            </a:r>
            <a:r>
              <a:rPr lang="en-US" sz="1350" err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MoSCoW</a:t>
            </a: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 Model)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3.  Use Case Diagram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28032" y="960120"/>
            <a:ext cx="41148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828032" y="96012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28032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965192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010912" y="20574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Software Under Analysis</a:t>
            </a:r>
            <a:endParaRPr lang="en-US" sz="135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2.  Comparison Matrix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3.  Critical Analysis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CC64064D-4CC0-1BE9-7809-0B6AA8A15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9ECA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Functionality Specification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90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F32022-837B-9302-8FED-7FB70F96A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‹Nº›</a:t>
            </a:r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6870CB0-7DBC-B0E4-C122-98B5F6163B43}"/>
              </a:ext>
            </a:extLst>
          </p:cNvPr>
          <p:cNvSpPr/>
          <p:nvPr/>
        </p:nvSpPr>
        <p:spPr>
          <a:xfrm>
            <a:off x="782818" y="869464"/>
            <a:ext cx="7587508" cy="388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Needs &amp; Context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180389"/>
              </p:ext>
            </p:extLst>
          </p:nvPr>
        </p:nvGraphicFramePr>
        <p:xfrm>
          <a:off x="783710" y="933378"/>
          <a:ext cx="7579012" cy="3822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7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u="sng">
                          <a:solidFill>
                            <a:srgbClr val="002060"/>
                          </a:solidFill>
                        </a:rPr>
                        <a:t>User Need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N1</a:t>
                      </a:r>
                      <a:endParaRPr lang="en-US" sz="105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1" u="none" strike="noStrike" baseline="0" noProof="0">
                          <a:solidFill>
                            <a:srgbClr val="1A2E3B"/>
                          </a:solidFill>
                        </a:rPr>
                        <a:t>Standardized Project Initiation</a:t>
                      </a:r>
                      <a:r>
                        <a:rPr lang="en-US" sz="1100" u="none" strike="noStrike" baseline="0" noProof="0">
                          <a:solidFill>
                            <a:srgbClr val="1A2E3B"/>
                          </a:solidFill>
                        </a:rPr>
                        <a:t>: Start designs using pre-defined architectural templates.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N2</a:t>
                      </a:r>
                      <a:endParaRPr lang="en-US" sz="105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u="none" strike="noStrike" baseline="0" noProof="0">
                          <a:solidFill>
                            <a:srgbClr val="1A2E3B"/>
                          </a:solidFill>
                        </a:rPr>
                        <a:t>Intuitive Modeling Workspace</a:t>
                      </a:r>
                      <a:r>
                        <a:rPr lang="en-US" sz="1100" u="none" strike="noStrike" baseline="0" noProof="0">
                          <a:solidFill>
                            <a:srgbClr val="1A2E3B"/>
                          </a:solidFill>
                        </a:rPr>
                        <a:t>: A friendly UI with rapid-access palettes for all necessary UML tools.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50" b="1" u="none" strike="noStrike" baseline="0" noProof="0">
                          <a:solidFill>
                            <a:srgbClr val="1A2E3B"/>
                          </a:solidFill>
                        </a:rPr>
                        <a:t>Dynamic Canvas Manipulation</a:t>
                      </a:r>
                      <a:r>
                        <a:rPr lang="en-US" sz="1050" u="none" strike="noStrike" baseline="0" noProof="0">
                          <a:solidFill>
                            <a:srgbClr val="1A2E3B"/>
                          </a:solidFill>
                        </a:rPr>
                        <a:t>: Ability to resize, move, and stylize (color/text) model elements freely.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88454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Design Accuracy &amp; Validation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Ensure the model follows technical rules and catches design mistakes automatically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29618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Real-Time Collaboration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Work simultaneously with live cursors and shared editing.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74778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N6</a:t>
                      </a:r>
                      <a:endParaRPr lang="en-US" sz="105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Contextual Communication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Integrated chat or issue-tracking for design decisions.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u="none" strike="noStrike" noProof="0">
                          <a:solidFill>
                            <a:srgbClr val="0891B2"/>
                          </a:solidFill>
                        </a:rPr>
                        <a:t>N7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Data Persistence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Automated saving of model changes to prevent data loss.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87743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N8</a:t>
                      </a:r>
                      <a:endParaRPr lang="en-US" sz="105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Automated Code Creation</a:t>
                      </a:r>
                      <a:r>
                        <a:rPr lang="en-US" sz="105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Turn diagrams into initial code skeletons to speed up work. 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N9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Export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Generate shareable technical files in PNG, PDF, or SVG.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68685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0891B2"/>
                          </a:solidFill>
                        </a:rPr>
                        <a:t>N10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Version History</a:t>
                      </a:r>
                      <a:r>
                        <a:rPr lang="en-US" sz="11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: Track changes, compare versions, and audit the design evolution.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0D01A3B0-5072-A613-68C2-32C53967E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Functionality Catalog  (1/2)  -  Must &amp; Should Have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106090"/>
              </p:ext>
            </p:extLst>
          </p:nvPr>
        </p:nvGraphicFramePr>
        <p:xfrm>
          <a:off x="313095" y="1150813"/>
          <a:ext cx="8430768" cy="283464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Intuitive Modeling Canvas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User gestures (drag/drop, palette)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UML diagram file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 friendly UI with a specialized palette and an auto-layout engine to keep diagrams organized. Responds to N2 and N3.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Full UML Notation Set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type selection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Specialized notation set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Support for all 14 UML 2.x diagram types to visualize system behavior and structure. Responds to N2.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Multi-Format Export </a:t>
                      </a:r>
                      <a:endParaRPr lang="en-US" i="0" u="none" strike="noStrike" baseline="0" noProof="0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 model + target format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PNG / PDF / SVG file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High-resolution exports for technical documentation and sharing with stakeholders. Responds to N6. </a:t>
                      </a:r>
                      <a:endParaRPr lang="en-US" baseline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A2E3B"/>
                          </a:solidFill>
                        </a:rPr>
                        <a:t>Model Error Detection</a:t>
                      </a:r>
                      <a:r>
                        <a:rPr lang="en-US" sz="900" b="0" i="0" u="none" strike="noStrike" noProof="0">
                          <a:solidFill>
                            <a:srgbClr val="1A2E3B"/>
                          </a:solidFill>
                        </a:rPr>
                        <a:t>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</a:rPr>
                        <a:t>UML model elements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Validation report </a:t>
                      </a:r>
                      <a:endParaRPr lang="en-US" b="0" i="0" u="none" strike="noStrike" baseline="0" noProof="0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Automatic check for design contradictions and notation errors against UML rules.  Responds to N4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5">
            <a:extLst>
              <a:ext uri="{FF2B5EF4-FFF2-40B4-BE49-F238E27FC236}">
                <a16:creationId xmlns:a16="http://schemas.microsoft.com/office/drawing/2014/main" id="{CB944546-1F35-CCF6-AF17-85B722166D0C}"/>
              </a:ext>
            </a:extLst>
          </p:cNvPr>
          <p:cNvSpPr/>
          <p:nvPr/>
        </p:nvSpPr>
        <p:spPr>
          <a:xfrm>
            <a:off x="645578" y="4465831"/>
            <a:ext cx="237744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EF9D39F-D727-18CF-4683-A58B7744E206}"/>
              </a:ext>
            </a:extLst>
          </p:cNvPr>
          <p:cNvSpPr/>
          <p:nvPr/>
        </p:nvSpPr>
        <p:spPr>
          <a:xfrm>
            <a:off x="919898" y="446583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Must Have</a:t>
            </a:r>
            <a:endParaRPr lang="en-US" sz="80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5C4D054-3850-3AC6-91BB-349BB1B88477}"/>
              </a:ext>
            </a:extLst>
          </p:cNvPr>
          <p:cNvSpPr/>
          <p:nvPr/>
        </p:nvSpPr>
        <p:spPr>
          <a:xfrm>
            <a:off x="2748698" y="4465831"/>
            <a:ext cx="237744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F606FA5-02F5-2D81-9225-6AAA485A77AD}"/>
              </a:ext>
            </a:extLst>
          </p:cNvPr>
          <p:cNvSpPr/>
          <p:nvPr/>
        </p:nvSpPr>
        <p:spPr>
          <a:xfrm>
            <a:off x="3023018" y="446583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Should Have</a:t>
            </a:r>
            <a:endParaRPr lang="en-US" sz="80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5B121174-4829-3CB0-3D4E-3DDB7872740C}"/>
              </a:ext>
            </a:extLst>
          </p:cNvPr>
          <p:cNvSpPr/>
          <p:nvPr/>
        </p:nvSpPr>
        <p:spPr>
          <a:xfrm>
            <a:off x="4851818" y="4465831"/>
            <a:ext cx="237744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FB20718-D36F-7749-5CB0-43001AFBC186}"/>
              </a:ext>
            </a:extLst>
          </p:cNvPr>
          <p:cNvSpPr/>
          <p:nvPr/>
        </p:nvSpPr>
        <p:spPr>
          <a:xfrm>
            <a:off x="5126138" y="446583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Could Have</a:t>
            </a:r>
            <a:endParaRPr lang="en-US" sz="80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B4E45A5C-E5A3-712C-ED9D-AA7CB7E23AA4}"/>
              </a:ext>
            </a:extLst>
          </p:cNvPr>
          <p:cNvSpPr/>
          <p:nvPr/>
        </p:nvSpPr>
        <p:spPr>
          <a:xfrm>
            <a:off x="6954938" y="4465831"/>
            <a:ext cx="237744" cy="1828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D3467CB0-D663-8E6A-9831-8A21320E8668}"/>
              </a:ext>
            </a:extLst>
          </p:cNvPr>
          <p:cNvSpPr/>
          <p:nvPr/>
        </p:nvSpPr>
        <p:spPr>
          <a:xfrm>
            <a:off x="7229258" y="446583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Won't Have</a:t>
            </a:r>
            <a:endParaRPr lang="en-US" sz="80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26FE25AD-AA20-E476-300D-3F4899416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Functionality Catalog  (2/2)  -  Should, Could &amp; Won't Have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26974"/>
              </p:ext>
            </p:extLst>
          </p:nvPr>
        </p:nvGraphicFramePr>
        <p:xfrm>
          <a:off x="182880" y="868680"/>
          <a:ext cx="8430768" cy="341071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Real-Time Online Collaboration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4A6175"/>
                          </a:solidFill>
                        </a:rPr>
                        <a:t>Concurrent user actions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4A6175"/>
                          </a:solidFill>
                        </a:rPr>
                        <a:t>Synchronized model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Allows multiple users to work simultaneously with live cursors and shared editing. Responds to N5.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Automated Saving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Model change events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Persistent data state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Background saving of all changes to ensure no data is lost during sessions. Responds to N7.</a:t>
                      </a:r>
                      <a:endParaRPr lang="en-US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A2E3B"/>
                          </a:solidFill>
                        </a:rPr>
                        <a:t>Automated Code Creation</a:t>
                      </a:r>
                      <a:r>
                        <a:rPr lang="en-US" sz="900" b="0" i="0" u="none" strike="noStrike" noProof="0">
                          <a:solidFill>
                            <a:srgbClr val="1A2E3B"/>
                          </a:solidFill>
                        </a:rPr>
                        <a:t>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UML Diagrams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4A6175"/>
                          </a:solidFill>
                        </a:rPr>
                        <a:t>Source code skeletons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Automatically generates initial code structures from diagrams to speed up development. Responds to N8.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</a:rPr>
                        <a:t>F8</a:t>
                      </a:r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Integrated Team Chat </a:t>
                      </a:r>
                      <a:endParaRPr lang="en-US" sz="9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</a:rPr>
                        <a:t>User messages / comments</a:t>
                      </a:r>
                      <a:endParaRPr lang="en-US"/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Discussion feed </a:t>
                      </a:r>
                      <a:endParaRPr lang="en-US"/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Built-in communication tools to discuss design decisions and issues in context. Responds to N9. </a:t>
                      </a:r>
                      <a:endParaRPr lang="en-US"/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anchor="ctr">
                    <a:lnL w="6350">
                      <a:solidFill>
                        <a:srgbClr val="C5D8E8"/>
                      </a:solidFill>
                    </a:lnL>
                    <a:lnR w="6350">
                      <a:solidFill>
                        <a:srgbClr val="C5D8E8"/>
                      </a:solidFill>
                    </a:lnR>
                    <a:lnT w="6350">
                      <a:solidFill>
                        <a:srgbClr val="C5D8E8"/>
                      </a:solidFill>
                    </a:lnT>
                    <a:lnB w="6350">
                      <a:solidFill>
                        <a:srgbClr val="C5D8E8"/>
                      </a:solidFill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52219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baseline="0" noProof="0">
                          <a:solidFill>
                            <a:srgbClr val="1A2E3B"/>
                          </a:solidFill>
                        </a:rPr>
                        <a:t>History &amp; Version Tracking</a:t>
                      </a: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</a:rPr>
                        <a:t>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Version snapshots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Comparison report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Tracks the evolution of the model, allowing users to compare versions and audit changes. Responds to N10. </a:t>
                      </a:r>
                      <a:endParaRPr lang="en-US" baseline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A2E3B"/>
                          </a:solidFill>
                        </a:rPr>
                        <a:t>Architectural Templates</a:t>
                      </a:r>
                      <a:r>
                        <a:rPr lang="en-US" sz="900" b="0" i="0" u="none" strike="noStrike" noProof="0">
                          <a:solidFill>
                            <a:srgbClr val="1A2E3B"/>
                          </a:solidFill>
                        </a:rPr>
                        <a:t>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Template selection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4A6175"/>
                          </a:solidFill>
                          <a:latin typeface="Calibri"/>
                          <a:ea typeface="Calibri"/>
                          <a:cs typeface="Calibri"/>
                        </a:rPr>
                        <a:t>Pre-built structure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1A2E3B"/>
                          </a:solidFill>
                          <a:latin typeface="Calibri"/>
                          <a:ea typeface="Calibri"/>
                          <a:cs typeface="Calibri"/>
                        </a:rPr>
                        <a:t>Pre-defined patterns to help users start projects quickly. Categorized as Won't Have to focus on core tools. Responds to N1.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4515" y="4574344"/>
            <a:ext cx="237744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948835" y="4574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Must Have</a:t>
            </a:r>
            <a:endParaRPr lang="en-US" sz="800"/>
          </a:p>
        </p:txBody>
      </p:sp>
      <p:sp>
        <p:nvSpPr>
          <p:cNvPr id="10" name="Shape 7"/>
          <p:cNvSpPr/>
          <p:nvPr/>
        </p:nvSpPr>
        <p:spPr>
          <a:xfrm>
            <a:off x="2777635" y="4574344"/>
            <a:ext cx="237744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051955" y="4574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Should Have</a:t>
            </a:r>
            <a:endParaRPr lang="en-US" sz="800"/>
          </a:p>
        </p:txBody>
      </p:sp>
      <p:sp>
        <p:nvSpPr>
          <p:cNvPr id="12" name="Shape 9"/>
          <p:cNvSpPr/>
          <p:nvPr/>
        </p:nvSpPr>
        <p:spPr>
          <a:xfrm>
            <a:off x="4880755" y="4574344"/>
            <a:ext cx="237744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155075" y="4574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Could Have</a:t>
            </a:r>
            <a:endParaRPr lang="en-US" sz="800"/>
          </a:p>
        </p:txBody>
      </p:sp>
      <p:sp>
        <p:nvSpPr>
          <p:cNvPr id="14" name="Shape 11"/>
          <p:cNvSpPr/>
          <p:nvPr/>
        </p:nvSpPr>
        <p:spPr>
          <a:xfrm>
            <a:off x="6983875" y="4574344"/>
            <a:ext cx="237744" cy="1828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258195" y="4574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Won't Have</a:t>
            </a:r>
            <a:endParaRPr lang="en-US" sz="800"/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F7E04F15-E798-B8D9-3F3A-790D8FF2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69743" cy="688025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Use Case Diagram  -  System Modeling Software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320040" y="474573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System Analyst, Software Architect, Developer   |   9 Use Cases   |   Relationships: &lt;&lt;include&gt;&gt;, &lt;&lt;extend&gt;&gt;, Association</a:t>
            </a:r>
            <a:endParaRPr lang="en-US" sz="85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A70FC2-7B43-040A-7980-4A5DABDE1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E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C018443-DD03-6B77-D599-EA550303C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1324" y="767211"/>
            <a:ext cx="6404918" cy="3979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9ECA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Comparative Analysis of Available Solutions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Under Analysis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597981"/>
              </p:ext>
            </p:extLst>
          </p:nvPr>
        </p:nvGraphicFramePr>
        <p:xfrm>
          <a:off x="320040" y="868680"/>
          <a:ext cx="8503920" cy="302209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Name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 / Provider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Architect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Sparx Systems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Paradigm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+ Standalone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Paradigm Int'l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/ Free tier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Lucidchart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Application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 Software Inc.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/ Free tier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StarUML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MKLab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Korea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(formerly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draw.io (diagrams.net)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Application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JGraph Ltd / diagrams.net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Open-source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Modeliosoft / Softeam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Open-source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criteria: active maintenance (2024-2026), UML 2.x compliance, publicly accessible, representative of market diversity (commercial, freemium, open-source)</a:t>
            </a:r>
            <a:endParaRPr lang="en-US" sz="85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50C8D5-750C-7A17-D4CA-BAB733DE3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Matrix  -  Functionalities vs. Tools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940197"/>
              </p:ext>
            </p:extLst>
          </p:nvPr>
        </p:nvGraphicFramePr>
        <p:xfrm>
          <a:off x="182880" y="868680"/>
          <a:ext cx="8266176" cy="38557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 \ Tool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Lucidchart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StarUML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draw.io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 Intuitive Modeling Canvas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 Full UML Notation Set (all 14 UML 2.x)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 Multi-Format Export (PNG / PDF / SVG)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 Model Error Detection / Validation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 Real-Time Online Collaboration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  Automated Saving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  Automated Code Creation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  Integrated Team Chat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 Version Control Integration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 Template &amp; Pattern Library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243584" y="4724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1865376" y="4724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Full support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3575304" y="4724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/>
          </a:p>
        </p:txBody>
      </p:sp>
      <p:sp>
        <p:nvSpPr>
          <p:cNvPr id="7" name="Text 8"/>
          <p:cNvSpPr/>
          <p:nvPr/>
        </p:nvSpPr>
        <p:spPr>
          <a:xfrm>
            <a:off x="4197096" y="4724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Partial support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5907024" y="4724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6528816" y="4724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Not supported</a:t>
            </a:r>
            <a:endParaRPr lang="en-US" sz="90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48F9A9D-80E1-EB46-C586-3CC30B80E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Coverage  -  Weighted Score per Tool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32284140"/>
              </p:ext>
            </p:extLst>
          </p:nvPr>
        </p:nvGraphicFramePr>
        <p:xfrm>
          <a:off x="274320" y="86868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90488" y="86868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6217920" y="86868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217920" y="868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/ 10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6291072" y="1444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Arch.</a:t>
            </a:r>
            <a:endParaRPr lang="en-US" sz="850"/>
          </a:p>
        </p:txBody>
      </p:sp>
      <p:sp>
        <p:nvSpPr>
          <p:cNvPr id="12" name="Shape 9"/>
          <p:cNvSpPr/>
          <p:nvPr/>
        </p:nvSpPr>
        <p:spPr>
          <a:xfrm>
            <a:off x="6291072" y="1682496"/>
            <a:ext cx="1865376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202168" y="1664208"/>
            <a:ext cx="4361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291072" y="1956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Paradigm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6291072" y="2194560"/>
            <a:ext cx="209854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440166" y="21762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6291072" y="2468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6291071" y="2706624"/>
            <a:ext cx="1289431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622032" y="26883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850"/>
          </a:p>
        </p:txBody>
      </p:sp>
      <p:sp>
        <p:nvSpPr>
          <p:cNvPr id="20" name="Text 17"/>
          <p:cNvSpPr/>
          <p:nvPr/>
        </p:nvSpPr>
        <p:spPr>
          <a:xfrm>
            <a:off x="6291072" y="2980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StarUML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6291072" y="3218688"/>
            <a:ext cx="1049274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86066" y="32004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6291072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850"/>
          </a:p>
        </p:txBody>
      </p:sp>
      <p:sp>
        <p:nvSpPr>
          <p:cNvPr id="24" name="Shape 21"/>
          <p:cNvSpPr/>
          <p:nvPr/>
        </p:nvSpPr>
        <p:spPr>
          <a:xfrm>
            <a:off x="6291072" y="3730752"/>
            <a:ext cx="932688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7269480" y="3712464"/>
            <a:ext cx="388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/>
          </a:p>
        </p:txBody>
      </p:sp>
      <p:sp>
        <p:nvSpPr>
          <p:cNvPr id="26" name="Text 23"/>
          <p:cNvSpPr/>
          <p:nvPr/>
        </p:nvSpPr>
        <p:spPr>
          <a:xfrm>
            <a:off x="6291072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</a:t>
            </a:r>
            <a:endParaRPr lang="en-US" sz="850"/>
          </a:p>
        </p:txBody>
      </p:sp>
      <p:sp>
        <p:nvSpPr>
          <p:cNvPr id="27" name="Shape 24"/>
          <p:cNvSpPr/>
          <p:nvPr/>
        </p:nvSpPr>
        <p:spPr>
          <a:xfrm>
            <a:off x="6291072" y="4242816"/>
            <a:ext cx="1531873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7861808" y="4224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850"/>
          </a:p>
        </p:txBody>
      </p:sp>
      <p:sp>
        <p:nvSpPr>
          <p:cNvPr id="29" name="Marcador de número de diapositiva 28">
            <a:extLst>
              <a:ext uri="{FF2B5EF4-FFF2-40B4-BE49-F238E27FC236}">
                <a16:creationId xmlns:a16="http://schemas.microsoft.com/office/drawing/2014/main" id="{E76BB66A-B565-AEF2-ECCE-4FC862960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Analysis  -  6 Dimensions  (Scale 1-5)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1933317"/>
              </p:ext>
            </p:extLst>
          </p:nvPr>
        </p:nvGraphicFramePr>
        <p:xfrm>
          <a:off x="274320" y="86868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73659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(Poor) to 5 (Excellent)  |  Sources: G2, Capterra, official documentation, hands-on evaluation  |  Scores are representative averages</a:t>
            </a:r>
            <a:endParaRPr lang="en-US" sz="85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99BB46-AAC9-8E23-DA15-B90B1D7CC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Analysis  -  Strengths &amp; Limitations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Most complete UML feature set; excellent code gen &amp; reverse eng; mature ecosystem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Steep learning curve; expensive licensing; outdated UI design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47472" y="22860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Paradigm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65760" y="25968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balance of features + usability; strong collaboration; modern web interface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Subscription model adds up; advanced features require higher tiers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47472" y="36576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365760" y="39684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Outstanding ease of use; best real-time collaboration; seamless integrations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Limited UML compliance; no code gen or reverse eng; no XMI export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20624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28032" y="9144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StarUML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846320" y="12252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base version; lightweight; good for individual modelling tasks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Many features partial or plugin-dependent; no collaboration support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20624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28032" y="22860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(diagrams.net)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4846320" y="25968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Completely free; offline-capable; excellent integrations (GitHub, Confluence)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a true UML tool; no model semantics, validation, or code generation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20624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28032" y="36576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4846320" y="39684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&amp; open-source; full UML + BPMN support; strong Java code generation</a:t>
            </a:r>
            <a:endParaRPr lang="en-US" sz="850"/>
          </a:p>
          <a:p>
            <a:pPr marL="0" indent="0">
              <a:lnSpc>
                <a:spcPct val="145000"/>
              </a:lnSpc>
              <a:buNone/>
            </a:pPr>
            <a:r>
              <a:rPr lang="en-US" sz="85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Complex interface; no built-in collaboration; smaller community</a:t>
            </a:r>
            <a:endParaRPr lang="en-US" sz="850"/>
          </a:p>
        </p:txBody>
      </p:sp>
      <p:sp>
        <p:nvSpPr>
          <p:cNvPr id="31" name="Marcador de número de diapositiva 30">
            <a:extLst>
              <a:ext uri="{FF2B5EF4-FFF2-40B4-BE49-F238E27FC236}">
                <a16:creationId xmlns:a16="http://schemas.microsoft.com/office/drawing/2014/main" id="{5C930CD6-98A7-891E-6D4F-15AE48CD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Recommendations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  <a:endParaRPr lang="en-US" sz="8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21757"/>
              </p:ext>
            </p:extLst>
          </p:nvPr>
        </p:nvGraphicFramePr>
        <p:xfrm>
          <a:off x="320040" y="868680"/>
          <a:ext cx="8503920" cy="268833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Justification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Paradigm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balance of features, usability, and collaboration support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Architect 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professional UML suite; best for large enterprise projects &amp; code traceability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free/open-source choice for full UML compliance and code generation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Lucidchart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for quick diagrams and collaboration; not for formal UML modeling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StarUML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lightweight free tool; limited for team or enterprise use cases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6th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draw.io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4.0/10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free general diagramming; does not meet UML standard semantics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E8F5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57200" y="41879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formal system modeling in IT projects, </a:t>
            </a:r>
            <a:r>
              <a:rPr lang="en-US" sz="10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Paradigm</a:t>
            </a:r>
            <a:r>
              <a:rPr lang="en-US" sz="10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the best cost-benefit ratio (web access, full UML, collaboration). For budget-constrained teams, </a:t>
            </a:r>
            <a:r>
              <a:rPr lang="en-US" sz="1050" b="1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</a:t>
            </a:r>
            <a:r>
              <a:rPr lang="en-US" sz="105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full UML capability at zero cost.</a:t>
            </a:r>
            <a:endParaRPr lang="en-US" sz="105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79A9CA-04FE-4992-8030-9E28606DA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2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13385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Thanks for your Attention!</a:t>
            </a:r>
            <a:endParaRPr lang="en-US" sz="480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1455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9ECA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Bibliography: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OMG Unified Modeling Language Specification v2.5.1 (2017) - www.omg.org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800" err="1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Sparx</a:t>
            </a: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Systems. Enterprise Architect 16 - www.sparxsystems.com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Visual Paradigm International. Visual Paradigm 17 - www.visual-paradigm.com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Lucid Software Inc. Lucidchart - www.lucidchart.com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800" err="1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MKLab</a:t>
            </a: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StarUML 6 - www.staruml.io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800" err="1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JGraph</a:t>
            </a: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Ltd. draw.io / diagrams.net - www.diagrams.net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800" err="1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Modeliosoft</a:t>
            </a: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err="1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</a:t>
            </a: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5 - www.modelio.org</a:t>
            </a:r>
            <a:endParaRPr lang="en-US" sz="800"/>
          </a:p>
          <a:p>
            <a:pPr marL="0" indent="0">
              <a:lnSpc>
                <a:spcPct val="130000"/>
              </a:lnSpc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G2 / Capterra User Reviews (accessed March 2026) - g2.com, capterra.com</a:t>
            </a:r>
            <a:endParaRPr lang="en-US" sz="8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ECD3A0C-98BA-2390-FFF4-941545D78F1E}"/>
              </a:ext>
            </a:extLst>
          </p:cNvPr>
          <p:cNvSpPr/>
          <p:nvPr/>
        </p:nvSpPr>
        <p:spPr>
          <a:xfrm>
            <a:off x="384048" y="4965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Support for IT Project Management  |  Topic 3  |  13.04.2026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BF66ECE-E4DE-3E8A-6AFD-1884DA31642E}"/>
              </a:ext>
            </a:extLst>
          </p:cNvPr>
          <p:cNvSpPr/>
          <p:nvPr/>
        </p:nvSpPr>
        <p:spPr>
          <a:xfrm>
            <a:off x="457200" y="23027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Daniel Moya  |  Álvaro Puebla Ruisánchez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System Modeling Software</dc:title>
  <dc:subject>PptxGenJS Presentation</dc:subject>
  <dc:creator>Jose Daniel Moya / Alvaro Puebla Ruisanchez</dc:creator>
  <cp:revision>1</cp:revision>
  <dcterms:created xsi:type="dcterms:W3CDTF">2026-03-16T16:44:38Z</dcterms:created>
  <dcterms:modified xsi:type="dcterms:W3CDTF">2026-04-12T18:23:39Z</dcterms:modified>
</cp:coreProperties>
</file>