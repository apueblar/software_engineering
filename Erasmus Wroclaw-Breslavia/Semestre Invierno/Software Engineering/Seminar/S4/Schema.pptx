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561" autoAdjust="0"/>
    <p:restoredTop sz="94660"/>
  </p:normalViewPr>
  <p:slideViewPr>
    <p:cSldViewPr snapToGrid="0">
      <p:cViewPr varScale="1">
        <p:scale>
          <a:sx n="78" d="100"/>
          <a:sy n="78" d="100"/>
        </p:scale>
        <p:origin x="112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854BCB-6FB6-C21A-5481-6FB3B8DF96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BC9DFB2-DFC6-D72C-E149-FFAED5780F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B7322CA-BBBC-2180-4B36-02AB74B45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B3E03-FF7D-4376-A6A5-0B8ECD2D5368}" type="datetimeFigureOut">
              <a:rPr lang="es-ES" smtClean="0"/>
              <a:t>22/01/2026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8DA93B0-254E-E47E-1BBC-4274A164B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97114DB-AFB0-DC47-9597-0851B87C7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A22DE-0B67-4AB3-88CE-2C18609C57D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301285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5CE772-B40E-305A-6C66-147D29CB58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30159C0-C991-C43F-9801-E8AFBA4779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E86C4BF-A6DE-DBB2-1BE3-FC7FF9F3B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B3E03-FF7D-4376-A6A5-0B8ECD2D5368}" type="datetimeFigureOut">
              <a:rPr lang="es-ES" smtClean="0"/>
              <a:t>22/01/2026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30745FF-CC7E-ED44-8A65-E4E9FB6C50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BF72A2F-99C3-9956-CC35-72553B95C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A22DE-0B67-4AB3-88CE-2C18609C57D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108207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D79044-45CE-93EC-3B86-296777FA04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665C87E-1C1E-6B65-A60D-3C41D826E3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275EEAE-A607-10A7-A18F-D95D9D0F9A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B3E03-FF7D-4376-A6A5-0B8ECD2D5368}" type="datetimeFigureOut">
              <a:rPr lang="es-ES" smtClean="0"/>
              <a:t>22/01/2026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7CEEE9E-D191-33C5-8AD7-51A819A3FB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3212009-7E62-E630-F9B8-BF1F6D6D0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A22DE-0B67-4AB3-88CE-2C18609C57D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036208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A6238C-E902-E79A-BAD7-9E02296FA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08E4CB2-3227-6B85-7857-2038640900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DDE3F2D-90EB-33B0-03F5-E20BCF2165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E5E1E41-65E3-CA7F-E4B0-9E706FFF4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B3E03-FF7D-4376-A6A5-0B8ECD2D5368}" type="datetimeFigureOut">
              <a:rPr lang="es-ES" smtClean="0"/>
              <a:t>22/01/2026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8A957B1-38CF-B05A-5B49-EE82A99BA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551B178-CAE2-EBCE-9007-F164A0B56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A22DE-0B67-4AB3-88CE-2C18609C57D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353783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1E19E7-CC51-F349-0B8C-526A7FF581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7448CA7-EFC9-42C2-B413-3BEE86244B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ECD4843-A3ED-4516-4700-F143821B60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4EE0C52-5772-B881-314A-13958BB84D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26C8AFA0-5B28-DC96-E572-07BEFC030F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D0E82BA5-E74D-1E0C-4059-0FA9DCC0E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B3E03-FF7D-4376-A6A5-0B8ECD2D5368}" type="datetimeFigureOut">
              <a:rPr lang="es-ES" smtClean="0"/>
              <a:t>22/01/2026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379F8277-124E-8023-8746-CDB3ED4FF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85C58202-5C15-2988-4A62-4BBBCD98F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A22DE-0B67-4AB3-88CE-2C18609C57D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067745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AAD3C4-27C5-480B-5D4E-029BE11C8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88EBECC-D566-1372-93A4-BA3EBC21B3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B3E03-FF7D-4376-A6A5-0B8ECD2D5368}" type="datetimeFigureOut">
              <a:rPr lang="es-ES" smtClean="0"/>
              <a:t>22/01/2026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9B5AC8D-5013-98D9-6549-1DCD05BE27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4F80C9C-C108-E8A0-2194-70E67DD5E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A22DE-0B67-4AB3-88CE-2C18609C57D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875489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5ED341A3-3DDE-87A6-AFAB-2C4AE6C22C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B3E03-FF7D-4376-A6A5-0B8ECD2D5368}" type="datetimeFigureOut">
              <a:rPr lang="es-ES" smtClean="0"/>
              <a:t>22/01/2026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742E728-D831-9D4C-C8DD-C5E5AD229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2C0EE49-A10A-08DE-7C89-FB69FD8BC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A22DE-0B67-4AB3-88CE-2C18609C57D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937582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1EFF88-51A3-83F7-B8FC-3F7FA68C65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1365428-954E-1F33-E586-83D7A31221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9282F73-2C3B-1013-A704-FCC8CC6564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1698D76-160C-5579-450A-F9E9D18CD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B3E03-FF7D-4376-A6A5-0B8ECD2D5368}" type="datetimeFigureOut">
              <a:rPr lang="es-ES" smtClean="0"/>
              <a:t>22/01/2026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082AA70-BE5D-038B-0AB6-9E246D2148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99F4FD4-D954-AA6E-E369-63FD3DE66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A22DE-0B67-4AB3-88CE-2C18609C57D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526798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41FD0B-2A7B-0442-5F69-BDA8CAAC0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97452E73-4D41-6F1D-9C20-DCE8755D2D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73FCB6C-ACAD-F98D-1CF0-C37DB506A4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229AF64-AE6B-192B-5AED-5E5A716884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B3E03-FF7D-4376-A6A5-0B8ECD2D5368}" type="datetimeFigureOut">
              <a:rPr lang="es-ES" smtClean="0"/>
              <a:t>22/01/2026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76D2F0C-35E5-D7C4-AC2B-28EF0A96AD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DADB9DB-82A6-EECA-E413-CCB211F9E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A22DE-0B67-4AB3-88CE-2C18609C57D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807841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1EF689-7066-5426-950E-72B69E8C38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ED0E670-618B-3FE2-96D2-408AB74978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CB0DD37-45E3-BE1C-7668-22542B101B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B3E03-FF7D-4376-A6A5-0B8ECD2D5368}" type="datetimeFigureOut">
              <a:rPr lang="es-ES" smtClean="0"/>
              <a:t>22/01/2026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77042CA-659D-2AF8-AF94-7E7D20243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A7D7E56-A546-E430-1C60-8C53621EF1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A22DE-0B67-4AB3-88CE-2C18609C57D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318039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7DF79D3-2081-4378-AB2E-A2E5FE0FCD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773A920-4042-6DD8-598F-C4A8E19C0F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D576FF1-4199-43F6-5653-1B22BD6DC4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B3E03-FF7D-4376-A6A5-0B8ECD2D5368}" type="datetimeFigureOut">
              <a:rPr lang="es-ES" smtClean="0"/>
              <a:t>22/01/2026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F0E3787-17DC-AAD4-E859-5C505F6958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3C5EE9A-FA34-4B4C-61F7-251F7F904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A22DE-0B67-4AB3-88CE-2C18609C57D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548398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6BF13E5E-19EF-F5F0-6241-CDF70CDE0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24350FD-A237-8CFD-35FF-B2AA37ADE2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8F6CBAC-1DAE-0EE7-97A5-199D6C6703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DB3E03-FF7D-4376-A6A5-0B8ECD2D5368}" type="datetimeFigureOut">
              <a:rPr lang="es-ES" smtClean="0"/>
              <a:t>22/01/2026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6A9FEA0-A6E2-D8F9-7014-8F350E270F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EFAD674-BE28-D91A-D052-4E287ED0F2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8A22DE-0B67-4AB3-88CE-2C18609C57D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802761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ADFC6EE4-1840-F0B8-00FB-D34E11E920B8}"/>
              </a:ext>
            </a:extLst>
          </p:cNvPr>
          <p:cNvSpPr/>
          <p:nvPr/>
        </p:nvSpPr>
        <p:spPr>
          <a:xfrm>
            <a:off x="545690" y="145851"/>
            <a:ext cx="11100620" cy="1828799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s-ES"/>
              <a:t>Presentation Layer</a:t>
            </a:r>
            <a:endParaRPr lang="es-ES" dirty="0"/>
          </a:p>
        </p:txBody>
      </p:sp>
      <p:grpSp>
        <p:nvGrpSpPr>
          <p:cNvPr id="15" name="Grupo 14">
            <a:extLst>
              <a:ext uri="{FF2B5EF4-FFF2-40B4-BE49-F238E27FC236}">
                <a16:creationId xmlns:a16="http://schemas.microsoft.com/office/drawing/2014/main" id="{E914DEFF-D720-4509-938F-1D5DCCDD31A5}"/>
              </a:ext>
            </a:extLst>
          </p:cNvPr>
          <p:cNvGrpSpPr/>
          <p:nvPr/>
        </p:nvGrpSpPr>
        <p:grpSpPr>
          <a:xfrm>
            <a:off x="1226959" y="590758"/>
            <a:ext cx="9738082" cy="1091382"/>
            <a:chOff x="1598049" y="2883308"/>
            <a:chExt cx="9738082" cy="1091382"/>
          </a:xfrm>
        </p:grpSpPr>
        <p:sp>
          <p:nvSpPr>
            <p:cNvPr id="9" name="Rectángulo 8">
              <a:extLst>
                <a:ext uri="{FF2B5EF4-FFF2-40B4-BE49-F238E27FC236}">
                  <a16:creationId xmlns:a16="http://schemas.microsoft.com/office/drawing/2014/main" id="{BCFE3E2C-A827-A46A-B751-71B9F42F4B5D}"/>
                </a:ext>
              </a:extLst>
            </p:cNvPr>
            <p:cNvSpPr/>
            <p:nvPr/>
          </p:nvSpPr>
          <p:spPr>
            <a:xfrm>
              <a:off x="1598049" y="2883308"/>
              <a:ext cx="2877317" cy="1091381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dirty="0" err="1"/>
                <a:t>Controllers</a:t>
              </a:r>
              <a:endParaRPr lang="es-ES" dirty="0"/>
            </a:p>
            <a:p>
              <a:pPr algn="ctr"/>
              <a:r>
                <a:rPr lang="es-ES" dirty="0"/>
                <a:t>(HTTP/MVC)</a:t>
              </a:r>
            </a:p>
          </p:txBody>
        </p:sp>
        <p:sp>
          <p:nvSpPr>
            <p:cNvPr id="11" name="Rectángulo 10">
              <a:extLst>
                <a:ext uri="{FF2B5EF4-FFF2-40B4-BE49-F238E27FC236}">
                  <a16:creationId xmlns:a16="http://schemas.microsoft.com/office/drawing/2014/main" id="{C93A3DD9-E41B-24B9-2412-895AB4955E8B}"/>
                </a:ext>
              </a:extLst>
            </p:cNvPr>
            <p:cNvSpPr/>
            <p:nvPr/>
          </p:nvSpPr>
          <p:spPr>
            <a:xfrm>
              <a:off x="5028431" y="2883309"/>
              <a:ext cx="2877317" cy="1091381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dirty="0" err="1"/>
                <a:t>Templates</a:t>
              </a:r>
              <a:endParaRPr lang="es-ES" dirty="0"/>
            </a:p>
            <a:p>
              <a:pPr algn="ctr"/>
              <a:r>
                <a:rPr lang="es-ES" dirty="0"/>
                <a:t>(</a:t>
              </a:r>
              <a:r>
                <a:rPr lang="es-ES" dirty="0" err="1"/>
                <a:t>Thymeleaf</a:t>
              </a:r>
              <a:r>
                <a:rPr lang="es-ES" dirty="0"/>
                <a:t>)</a:t>
              </a:r>
            </a:p>
          </p:txBody>
        </p:sp>
        <p:sp>
          <p:nvSpPr>
            <p:cNvPr id="12" name="Rectángulo 11">
              <a:extLst>
                <a:ext uri="{FF2B5EF4-FFF2-40B4-BE49-F238E27FC236}">
                  <a16:creationId xmlns:a16="http://schemas.microsoft.com/office/drawing/2014/main" id="{A95A119C-9FA3-5D4E-306A-C6F5CE9AFD19}"/>
                </a:ext>
              </a:extLst>
            </p:cNvPr>
            <p:cNvSpPr/>
            <p:nvPr/>
          </p:nvSpPr>
          <p:spPr>
            <a:xfrm>
              <a:off x="8458814" y="2883309"/>
              <a:ext cx="2877317" cy="1091381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dirty="0" err="1"/>
                <a:t>Static</a:t>
              </a:r>
              <a:r>
                <a:rPr lang="es-ES" dirty="0"/>
                <a:t> </a:t>
              </a:r>
              <a:r>
                <a:rPr lang="es-ES" dirty="0" err="1"/>
                <a:t>Assets</a:t>
              </a:r>
              <a:endParaRPr lang="es-ES" dirty="0"/>
            </a:p>
          </p:txBody>
        </p:sp>
        <p:sp>
          <p:nvSpPr>
            <p:cNvPr id="13" name="Flecha: a la derecha 12">
              <a:extLst>
                <a:ext uri="{FF2B5EF4-FFF2-40B4-BE49-F238E27FC236}">
                  <a16:creationId xmlns:a16="http://schemas.microsoft.com/office/drawing/2014/main" id="{92ABFF93-0C5B-77B5-95BC-DB7C3B99A0ED}"/>
                </a:ext>
              </a:extLst>
            </p:cNvPr>
            <p:cNvSpPr/>
            <p:nvPr/>
          </p:nvSpPr>
          <p:spPr>
            <a:xfrm>
              <a:off x="4597501" y="3173359"/>
              <a:ext cx="344129" cy="511277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14" name="Flecha: a la derecha 13">
              <a:extLst>
                <a:ext uri="{FF2B5EF4-FFF2-40B4-BE49-F238E27FC236}">
                  <a16:creationId xmlns:a16="http://schemas.microsoft.com/office/drawing/2014/main" id="{787A7C5F-DF91-585C-1249-739201E364DC}"/>
                </a:ext>
              </a:extLst>
            </p:cNvPr>
            <p:cNvSpPr/>
            <p:nvPr/>
          </p:nvSpPr>
          <p:spPr>
            <a:xfrm rot="10800000">
              <a:off x="7992549" y="3173359"/>
              <a:ext cx="344129" cy="511277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sp>
        <p:nvSpPr>
          <p:cNvPr id="16" name="Rectángulo 15">
            <a:extLst>
              <a:ext uri="{FF2B5EF4-FFF2-40B4-BE49-F238E27FC236}">
                <a16:creationId xmlns:a16="http://schemas.microsoft.com/office/drawing/2014/main" id="{2B48B344-8132-CC9B-13C1-84E000791716}"/>
              </a:ext>
            </a:extLst>
          </p:cNvPr>
          <p:cNvSpPr/>
          <p:nvPr/>
        </p:nvSpPr>
        <p:spPr>
          <a:xfrm>
            <a:off x="545690" y="2514600"/>
            <a:ext cx="11100620" cy="182879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s-ES" dirty="0"/>
              <a:t>Security </a:t>
            </a:r>
            <a:r>
              <a:rPr lang="es-ES" dirty="0" err="1"/>
              <a:t>Layer</a:t>
            </a:r>
            <a:endParaRPr lang="es-ES" dirty="0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FEE5CA19-132F-F594-171F-12C128D56FD5}"/>
              </a:ext>
            </a:extLst>
          </p:cNvPr>
          <p:cNvSpPr/>
          <p:nvPr/>
        </p:nvSpPr>
        <p:spPr>
          <a:xfrm>
            <a:off x="1226959" y="2959506"/>
            <a:ext cx="4116566" cy="109138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/>
              <a:t>SecurityConfig</a:t>
            </a:r>
            <a:endParaRPr lang="es-ES" dirty="0"/>
          </a:p>
          <a:p>
            <a:pPr algn="ctr"/>
            <a:r>
              <a:rPr lang="es-ES" dirty="0"/>
              <a:t>(</a:t>
            </a:r>
            <a:r>
              <a:rPr lang="es-ES" dirty="0" err="1"/>
              <a:t>AuthN</a:t>
            </a:r>
            <a:r>
              <a:rPr lang="es-ES" dirty="0"/>
              <a:t>/</a:t>
            </a:r>
            <a:r>
              <a:rPr lang="es-ES" dirty="0" err="1"/>
              <a:t>AuthZ</a:t>
            </a:r>
            <a:r>
              <a:rPr lang="es-ES" dirty="0"/>
              <a:t>)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DDA0C758-9C7F-16E2-A3A4-BF9D8507142E}"/>
              </a:ext>
            </a:extLst>
          </p:cNvPr>
          <p:cNvSpPr/>
          <p:nvPr/>
        </p:nvSpPr>
        <p:spPr>
          <a:xfrm>
            <a:off x="6848476" y="2959506"/>
            <a:ext cx="4116566" cy="109138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/>
              <a:t>UserValidationFilter</a:t>
            </a:r>
            <a:endParaRPr lang="es-ES" dirty="0"/>
          </a:p>
          <a:p>
            <a:pPr algn="ctr"/>
            <a:r>
              <a:rPr lang="es-ES" dirty="0"/>
              <a:t>(</a:t>
            </a:r>
            <a:r>
              <a:rPr lang="es-ES" dirty="0" err="1"/>
              <a:t>Session</a:t>
            </a:r>
            <a:r>
              <a:rPr lang="es-ES" dirty="0"/>
              <a:t> </a:t>
            </a:r>
            <a:r>
              <a:rPr lang="es-ES" dirty="0" err="1"/>
              <a:t>validation</a:t>
            </a:r>
            <a:r>
              <a:rPr lang="es-ES" dirty="0"/>
              <a:t>)</a:t>
            </a:r>
          </a:p>
        </p:txBody>
      </p:sp>
      <p:sp>
        <p:nvSpPr>
          <p:cNvPr id="23" name="Flecha: a la derecha 22">
            <a:extLst>
              <a:ext uri="{FF2B5EF4-FFF2-40B4-BE49-F238E27FC236}">
                <a16:creationId xmlns:a16="http://schemas.microsoft.com/office/drawing/2014/main" id="{75D16805-EC8B-F20D-E8CB-C15448489FFA}"/>
              </a:ext>
            </a:extLst>
          </p:cNvPr>
          <p:cNvSpPr/>
          <p:nvPr/>
        </p:nvSpPr>
        <p:spPr>
          <a:xfrm rot="5400000">
            <a:off x="5923934" y="1989238"/>
            <a:ext cx="344129" cy="511277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3BC56FFF-F30B-E9BE-6CAF-C57CF486B91B}"/>
              </a:ext>
            </a:extLst>
          </p:cNvPr>
          <p:cNvSpPr/>
          <p:nvPr/>
        </p:nvSpPr>
        <p:spPr>
          <a:xfrm>
            <a:off x="545690" y="4883350"/>
            <a:ext cx="11100620" cy="1828799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s-ES" dirty="0"/>
              <a:t>Business </a:t>
            </a:r>
            <a:r>
              <a:rPr lang="es-ES" dirty="0" err="1"/>
              <a:t>Layer</a:t>
            </a:r>
            <a:endParaRPr lang="es-ES" dirty="0"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337DB251-4B34-753A-FFCC-E866862EE409}"/>
              </a:ext>
            </a:extLst>
          </p:cNvPr>
          <p:cNvSpPr/>
          <p:nvPr/>
        </p:nvSpPr>
        <p:spPr>
          <a:xfrm>
            <a:off x="1226959" y="5328257"/>
            <a:ext cx="2877317" cy="109138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/>
              <a:t>UserService</a:t>
            </a:r>
            <a:endParaRPr lang="es-ES" dirty="0"/>
          </a:p>
          <a:p>
            <a:pPr algn="ctr"/>
            <a:r>
              <a:rPr lang="es-ES" dirty="0"/>
              <a:t>(</a:t>
            </a:r>
            <a:r>
              <a:rPr lang="es-ES" dirty="0" err="1"/>
              <a:t>User</a:t>
            </a:r>
            <a:r>
              <a:rPr lang="es-ES" dirty="0"/>
              <a:t> </a:t>
            </a:r>
            <a:r>
              <a:rPr lang="es-ES" dirty="0" err="1"/>
              <a:t>mgmt</a:t>
            </a:r>
            <a:r>
              <a:rPr lang="es-ES" dirty="0"/>
              <a:t>)</a:t>
            </a: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495B4892-6F4E-28D1-22E7-9D2842D1AE52}"/>
              </a:ext>
            </a:extLst>
          </p:cNvPr>
          <p:cNvSpPr/>
          <p:nvPr/>
        </p:nvSpPr>
        <p:spPr>
          <a:xfrm>
            <a:off x="4657341" y="5328258"/>
            <a:ext cx="2877317" cy="109138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/>
              <a:t>ResourceService</a:t>
            </a:r>
            <a:endParaRPr lang="es-ES" dirty="0"/>
          </a:p>
          <a:p>
            <a:pPr algn="ctr"/>
            <a:r>
              <a:rPr lang="es-ES" dirty="0"/>
              <a:t>(</a:t>
            </a:r>
            <a:r>
              <a:rPr lang="es-ES" dirty="0" err="1"/>
              <a:t>CRUD+search</a:t>
            </a:r>
            <a:r>
              <a:rPr lang="es-ES" dirty="0"/>
              <a:t>)</a:t>
            </a:r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A61A0CB6-75FE-7D29-CADF-1BBA2546E6FD}"/>
              </a:ext>
            </a:extLst>
          </p:cNvPr>
          <p:cNvSpPr/>
          <p:nvPr/>
        </p:nvSpPr>
        <p:spPr>
          <a:xfrm>
            <a:off x="8087724" y="5328258"/>
            <a:ext cx="2877317" cy="109138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/>
              <a:t>ReservationService</a:t>
            </a:r>
            <a:endParaRPr lang="es-ES" dirty="0"/>
          </a:p>
          <a:p>
            <a:pPr algn="ctr"/>
            <a:r>
              <a:rPr lang="es-ES" dirty="0"/>
              <a:t>(</a:t>
            </a:r>
            <a:r>
              <a:rPr lang="es-ES" dirty="0" err="1"/>
              <a:t>Validation</a:t>
            </a:r>
            <a:r>
              <a:rPr lang="es-ES" dirty="0"/>
              <a:t>)</a:t>
            </a:r>
          </a:p>
        </p:txBody>
      </p:sp>
      <p:sp>
        <p:nvSpPr>
          <p:cNvPr id="33" name="Flecha: a la derecha 32">
            <a:extLst>
              <a:ext uri="{FF2B5EF4-FFF2-40B4-BE49-F238E27FC236}">
                <a16:creationId xmlns:a16="http://schemas.microsoft.com/office/drawing/2014/main" id="{6FE09978-5C49-93C5-1691-B42E6653A2DD}"/>
              </a:ext>
            </a:extLst>
          </p:cNvPr>
          <p:cNvSpPr/>
          <p:nvPr/>
        </p:nvSpPr>
        <p:spPr>
          <a:xfrm rot="5400000">
            <a:off x="5923933" y="4358545"/>
            <a:ext cx="344129" cy="511277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915957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8E8FD9-7C6A-DBCF-0702-0711C8F427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EBE9DB53-5873-0D2A-ED42-1A378FF46AAE}"/>
              </a:ext>
            </a:extLst>
          </p:cNvPr>
          <p:cNvSpPr/>
          <p:nvPr/>
        </p:nvSpPr>
        <p:spPr>
          <a:xfrm>
            <a:off x="545690" y="145851"/>
            <a:ext cx="11100620" cy="1828799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s-ES" dirty="0" err="1"/>
              <a:t>Persistence</a:t>
            </a:r>
            <a:r>
              <a:rPr lang="es-ES" dirty="0"/>
              <a:t> </a:t>
            </a:r>
            <a:r>
              <a:rPr lang="es-ES" dirty="0" err="1"/>
              <a:t>Layer</a:t>
            </a:r>
            <a:endParaRPr lang="es-ES" dirty="0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F2107F1B-9B7E-F34A-5C58-6F1DC1A10E24}"/>
              </a:ext>
            </a:extLst>
          </p:cNvPr>
          <p:cNvSpPr/>
          <p:nvPr/>
        </p:nvSpPr>
        <p:spPr>
          <a:xfrm>
            <a:off x="545690" y="2514600"/>
            <a:ext cx="11100620" cy="182879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s-ES" dirty="0" err="1"/>
              <a:t>Domain</a:t>
            </a:r>
            <a:r>
              <a:rPr lang="es-ES" dirty="0"/>
              <a:t> </a:t>
            </a:r>
            <a:r>
              <a:rPr lang="es-ES" dirty="0" err="1"/>
              <a:t>Model</a:t>
            </a:r>
            <a:endParaRPr lang="es-ES" dirty="0"/>
          </a:p>
        </p:txBody>
      </p:sp>
      <p:sp>
        <p:nvSpPr>
          <p:cNvPr id="23" name="Flecha: a la derecha 22">
            <a:extLst>
              <a:ext uri="{FF2B5EF4-FFF2-40B4-BE49-F238E27FC236}">
                <a16:creationId xmlns:a16="http://schemas.microsoft.com/office/drawing/2014/main" id="{6F937F8E-FC37-2C0E-263E-AE8B454F0A29}"/>
              </a:ext>
            </a:extLst>
          </p:cNvPr>
          <p:cNvSpPr/>
          <p:nvPr/>
        </p:nvSpPr>
        <p:spPr>
          <a:xfrm rot="5400000">
            <a:off x="5923934" y="1989238"/>
            <a:ext cx="344129" cy="511277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28B9CDA1-CA6D-1F2A-76A9-712130F5BCFA}"/>
              </a:ext>
            </a:extLst>
          </p:cNvPr>
          <p:cNvSpPr/>
          <p:nvPr/>
        </p:nvSpPr>
        <p:spPr>
          <a:xfrm>
            <a:off x="545690" y="4883350"/>
            <a:ext cx="11100620" cy="1828799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/>
              <a:t>Database</a:t>
            </a:r>
            <a:r>
              <a:rPr lang="es-ES" dirty="0"/>
              <a:t> (MySQL 8)</a:t>
            </a:r>
          </a:p>
        </p:txBody>
      </p:sp>
      <p:sp>
        <p:nvSpPr>
          <p:cNvPr id="33" name="Flecha: a la derecha 32">
            <a:extLst>
              <a:ext uri="{FF2B5EF4-FFF2-40B4-BE49-F238E27FC236}">
                <a16:creationId xmlns:a16="http://schemas.microsoft.com/office/drawing/2014/main" id="{EB833353-B027-6B6B-A00F-78465923E196}"/>
              </a:ext>
            </a:extLst>
          </p:cNvPr>
          <p:cNvSpPr/>
          <p:nvPr/>
        </p:nvSpPr>
        <p:spPr>
          <a:xfrm rot="5400000">
            <a:off x="5923933" y="4358545"/>
            <a:ext cx="344129" cy="511277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141964DD-6B4D-4B13-BBDE-80F4EAEFCD8F}"/>
              </a:ext>
            </a:extLst>
          </p:cNvPr>
          <p:cNvSpPr/>
          <p:nvPr/>
        </p:nvSpPr>
        <p:spPr>
          <a:xfrm>
            <a:off x="1226956" y="2976302"/>
            <a:ext cx="2877317" cy="109138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s-ES" dirty="0" err="1"/>
              <a:t>User</a:t>
            </a:r>
            <a:r>
              <a:rPr lang="es-ES" dirty="0"/>
              <a:t> 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24215836-169B-6F66-EF49-E36A48180FF0}"/>
              </a:ext>
            </a:extLst>
          </p:cNvPr>
          <p:cNvSpPr/>
          <p:nvPr/>
        </p:nvSpPr>
        <p:spPr>
          <a:xfrm>
            <a:off x="4657338" y="2976303"/>
            <a:ext cx="2877317" cy="109138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s-ES" dirty="0" err="1"/>
              <a:t>Resource</a:t>
            </a:r>
            <a:endParaRPr lang="es-ES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70D0985A-7430-D449-4C18-D26044612020}"/>
              </a:ext>
            </a:extLst>
          </p:cNvPr>
          <p:cNvSpPr/>
          <p:nvPr/>
        </p:nvSpPr>
        <p:spPr>
          <a:xfrm>
            <a:off x="8087721" y="2976303"/>
            <a:ext cx="2877317" cy="109138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/>
              <a:t>Reservation</a:t>
            </a:r>
            <a:endParaRPr lang="es-ES" dirty="0"/>
          </a:p>
          <a:p>
            <a:pPr algn="ctr"/>
            <a:r>
              <a:rPr lang="es-ES" dirty="0"/>
              <a:t>(Composite)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8733F9CF-F102-8731-F5FD-40AF8F6AC592}"/>
              </a:ext>
            </a:extLst>
          </p:cNvPr>
          <p:cNvSpPr/>
          <p:nvPr/>
        </p:nvSpPr>
        <p:spPr>
          <a:xfrm>
            <a:off x="1622091" y="3532657"/>
            <a:ext cx="885749" cy="448589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Client 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FCFB3594-AFCE-834B-34B8-44DD69805DFF}"/>
              </a:ext>
            </a:extLst>
          </p:cNvPr>
          <p:cNvSpPr/>
          <p:nvPr/>
        </p:nvSpPr>
        <p:spPr>
          <a:xfrm>
            <a:off x="2883310" y="3532656"/>
            <a:ext cx="885749" cy="448589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/>
              <a:t>Admin</a:t>
            </a:r>
            <a:r>
              <a:rPr lang="es-ES" dirty="0"/>
              <a:t> 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D62A15B9-0E4C-4398-B95B-7E83105AD916}"/>
              </a:ext>
            </a:extLst>
          </p:cNvPr>
          <p:cNvSpPr/>
          <p:nvPr/>
        </p:nvSpPr>
        <p:spPr>
          <a:xfrm>
            <a:off x="5022513" y="3532657"/>
            <a:ext cx="885749" cy="448589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Book 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ED59A4B1-401B-B4C9-1806-77D220301BFD}"/>
              </a:ext>
            </a:extLst>
          </p:cNvPr>
          <p:cNvSpPr/>
          <p:nvPr/>
        </p:nvSpPr>
        <p:spPr>
          <a:xfrm>
            <a:off x="6283732" y="3532656"/>
            <a:ext cx="885749" cy="448589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/>
              <a:t>Room</a:t>
            </a:r>
            <a:r>
              <a:rPr lang="es-ES" dirty="0"/>
              <a:t> 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880477D9-4EF5-0B50-E4A1-430BD7F73468}"/>
              </a:ext>
            </a:extLst>
          </p:cNvPr>
          <p:cNvSpPr/>
          <p:nvPr/>
        </p:nvSpPr>
        <p:spPr>
          <a:xfrm>
            <a:off x="1226956" y="646677"/>
            <a:ext cx="9738082" cy="109138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s-ES" dirty="0" err="1"/>
              <a:t>Repositories</a:t>
            </a:r>
            <a:r>
              <a:rPr lang="es-ES" dirty="0"/>
              <a:t> (Spring Data JPA)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13EA2D4A-9225-3C3E-244C-7CA4A36938E5}"/>
              </a:ext>
            </a:extLst>
          </p:cNvPr>
          <p:cNvSpPr/>
          <p:nvPr/>
        </p:nvSpPr>
        <p:spPr>
          <a:xfrm>
            <a:off x="4800039" y="1108393"/>
            <a:ext cx="2591914" cy="465574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/>
              <a:t>ResourceRepository</a:t>
            </a:r>
            <a:r>
              <a:rPr lang="es-ES" dirty="0"/>
              <a:t> 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E3F5A0F2-54EE-F7F0-0D14-772DF1BC2A85}"/>
              </a:ext>
            </a:extLst>
          </p:cNvPr>
          <p:cNvSpPr/>
          <p:nvPr/>
        </p:nvSpPr>
        <p:spPr>
          <a:xfrm>
            <a:off x="1369657" y="1108393"/>
            <a:ext cx="2591914" cy="465574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/>
              <a:t>UserRepository</a:t>
            </a:r>
            <a:r>
              <a:rPr lang="es-ES" dirty="0"/>
              <a:t> </a:t>
            </a:r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122518E8-52C2-139A-EB6E-A10A972A73E1}"/>
              </a:ext>
            </a:extLst>
          </p:cNvPr>
          <p:cNvSpPr/>
          <p:nvPr/>
        </p:nvSpPr>
        <p:spPr>
          <a:xfrm>
            <a:off x="8230429" y="1110217"/>
            <a:ext cx="2591914" cy="465574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/>
              <a:t>ReservationRepository</a:t>
            </a:r>
            <a:r>
              <a:rPr lang="es-E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7658203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72</Words>
  <Application>Microsoft Office PowerPoint</Application>
  <PresentationFormat>Panorámica</PresentationFormat>
  <Paragraphs>33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Álvaro Puebla Ruisánchez</dc:creator>
  <cp:lastModifiedBy>Álvaro Puebla Ruisánchez</cp:lastModifiedBy>
  <cp:revision>1</cp:revision>
  <dcterms:created xsi:type="dcterms:W3CDTF">2026-01-22T16:02:29Z</dcterms:created>
  <dcterms:modified xsi:type="dcterms:W3CDTF">2026-01-22T16:24:15Z</dcterms:modified>
</cp:coreProperties>
</file>